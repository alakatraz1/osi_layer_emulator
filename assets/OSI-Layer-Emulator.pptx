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_rels/presentation.xml.rels" ContentType="application/vnd.openxmlformats-package.relationships+xml"/>
  <Override PartName="/ppt/media/image11.svg" ContentType="image/svg"/>
  <Override PartName="/ppt/media/image13.svg" ContentType="image/svg"/>
  <Override PartName="/ppt/media/image9.svg" ContentType="image/svg"/>
  <Override PartName="/ppt/media/image12.png" ContentType="image/png"/>
  <Override PartName="/ppt/media/image3.png" ContentType="image/png"/>
  <Override PartName="/ppt/media/image8.png" ContentType="image/png"/>
  <Override PartName="/ppt/media/image7.png" ContentType="image/png"/>
  <Override PartName="/ppt/media/image16.png" ContentType="image/png"/>
  <Override PartName="/ppt/media/image10.png" ContentType="image/png"/>
  <Override PartName="/ppt/media/image1.png" ContentType="image/png"/>
  <Override PartName="/ppt/media/image23.png" ContentType="image/png"/>
  <Override PartName="/ppt/media/image22.png" ContentType="image/png"/>
  <Override PartName="/ppt/media/image6.png" ContentType="image/png"/>
  <Override PartName="/ppt/media/image21.png" ContentType="image/png"/>
  <Override PartName="/ppt/media/image19.png" ContentType="image/png"/>
  <Override PartName="/ppt/media/image2.png" ContentType="image/png"/>
  <Override PartName="/ppt/media/image4.png" ContentType="image/png"/>
  <Override PartName="/ppt/media/image20.png" ContentType="image/png"/>
  <Override PartName="/ppt/media/image18.png" ContentType="image/png"/>
  <Override PartName="/ppt/media/image15.svg" ContentType="image/svg"/>
  <Override PartName="/ppt/media/image17.svg" ContentType="image/svg"/>
  <Override PartName="/ppt/media/image5.png" ContentType="image/png"/>
  <Override PartName="/ppt/media/image14.png" ContentType="image/png"/>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1.xml" ContentType="application/vnd.openxmlformats-officedocument.presentationml.slide+xml"/>
  <Override PartName="/ppt/slides/_rels/slide9.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3.xml.rels" ContentType="application/vnd.openxmlformats-package.relationships+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6.xml.rels" ContentType="application/vnd.openxmlformats-package.relationships+xml"/>
  <Override PartName="/ppt/notesSlides/_rels/notesSlide5.xml.rels" ContentType="application/vnd.openxmlformats-package.relationships+xml"/>
  <Override PartName="/ppt/notesSlides/_rels/notesSlide4.xml.rels" ContentType="application/vnd.openxmlformats-package.relationships+xml"/>
  <Override PartName="/ppt/notesSlides/_rels/notesSlide2.xml.rels" ContentType="application/vnd.openxmlformats-package.relationships+xml"/>
  <Override PartName="/ppt/notesSlides/_rels/notesSlide1.xml.rels" ContentType="application/vnd.openxmlformats-package.relationships+xml"/>
  <Override PartName="/ppt/notesSlides/notesSlide9.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Lst>
  <p:notesMasterIdLst>
    <p:notesMasterId r:id="rId13"/>
  </p:notesMasterIdLst>
  <p:sldIdLst>
    <p:sldId id="256" r:id="rId14"/>
    <p:sldId id="257" r:id="rId15"/>
    <p:sldId id="258" r:id="rId16"/>
    <p:sldId id="259" r:id="rId17"/>
    <p:sldId id="260" r:id="rId18"/>
    <p:sldId id="261" r:id="rId19"/>
    <p:sldId id="262" r:id="rId20"/>
    <p:sldId id="263" r:id="rId21"/>
    <p:sldId id="264" r:id="rId22"/>
    <p:sldId id="265" r:id="rId23"/>
  </p:sldIdLst>
  <p:sldSz cx="14630400" cy="8229600"/>
  <p:notesSz cx="8229600" cy="146304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notesMaster" Target="notesMasters/notesMaster1.xml"/><Relationship Id="rId14" Type="http://schemas.openxmlformats.org/officeDocument/2006/relationships/slide" Target="slides/slide1.xml"/><Relationship Id="rId15" Type="http://schemas.openxmlformats.org/officeDocument/2006/relationships/slide" Target="slides/slide2.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 name="PlaceHolder 1"/>
          <p:cNvSpPr>
            <a:spLocks noGrp="1"/>
          </p:cNvSpPr>
          <p:nvPr>
            <p:ph type="sldImg"/>
          </p:nvPr>
        </p:nvSpPr>
        <p:spPr>
          <a:xfrm>
            <a:off x="0" y="812520"/>
            <a:ext cx="0" cy="0"/>
          </a:xfrm>
          <a:prstGeom prst="rect">
            <a:avLst/>
          </a:prstGeom>
          <a:noFill/>
          <a:ln w="0">
            <a:noFill/>
          </a:ln>
        </p:spPr>
        <p:txBody>
          <a:bodyPr lIns="0" rIns="0" tIns="0" bIns="0" anchor="ctr">
            <a:noAutofit/>
          </a:bodyPr>
          <a:p>
            <a:pPr algn="ctr"/>
            <a:r>
              <a:rPr b="0" lang="en-US" sz="4400" spc="-1" strike="noStrike">
                <a:solidFill>
                  <a:srgbClr val="000000"/>
                </a:solidFill>
                <a:latin typeface="Arial"/>
              </a:rPr>
              <a:t>Click to move the slide</a:t>
            </a:r>
            <a:endParaRPr b="0" lang="en-US" sz="4400" spc="-1" strike="noStrike">
              <a:solidFill>
                <a:srgbClr val="000000"/>
              </a:solidFill>
              <a:latin typeface="Arial"/>
            </a:endParaRPr>
          </a:p>
        </p:txBody>
      </p:sp>
      <p:sp>
        <p:nvSpPr>
          <p:cNvPr id="41"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42"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43"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44"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5"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946F665B-1228-414A-87F9-DF7FEC51C494}"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8" name="PlaceHolder 1"/>
          <p:cNvSpPr>
            <a:spLocks noGrp="1"/>
          </p:cNvSpPr>
          <p:nvPr>
            <p:ph type="sldImg"/>
          </p:nvPr>
        </p:nvSpPr>
        <p:spPr>
          <a:xfrm>
            <a:off x="685800" y="1143000"/>
            <a:ext cx="5485680" cy="3085560"/>
          </a:xfrm>
          <a:prstGeom prst="rect">
            <a:avLst/>
          </a:prstGeom>
          <a:ln w="0">
            <a:noFill/>
          </a:ln>
        </p:spPr>
      </p:sp>
      <p:sp>
        <p:nvSpPr>
          <p:cNvPr id="239"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40" name="PlaceHolder 3"/>
          <p:cNvSpPr>
            <a:spLocks noGrp="1"/>
          </p:cNvSpPr>
          <p:nvPr>
            <p:ph type="sldNum" idx="4"/>
          </p:nvPr>
        </p:nvSpPr>
        <p:spPr>
          <a:xfrm>
            <a:off x="3884760" y="8685360"/>
            <a:ext cx="2971080" cy="4579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E2718F25-F8DA-4120-AA9A-2CE61FBD5B99}"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1" name="PlaceHolder 1"/>
          <p:cNvSpPr>
            <a:spLocks noGrp="1"/>
          </p:cNvSpPr>
          <p:nvPr>
            <p:ph type="sldImg"/>
          </p:nvPr>
        </p:nvSpPr>
        <p:spPr>
          <a:xfrm>
            <a:off x="685800" y="1143000"/>
            <a:ext cx="5485680" cy="3085560"/>
          </a:xfrm>
          <a:prstGeom prst="rect">
            <a:avLst/>
          </a:prstGeom>
          <a:ln w="0">
            <a:noFill/>
          </a:ln>
        </p:spPr>
      </p:sp>
      <p:sp>
        <p:nvSpPr>
          <p:cNvPr id="242"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43" name="PlaceHolder 3"/>
          <p:cNvSpPr>
            <a:spLocks noGrp="1"/>
          </p:cNvSpPr>
          <p:nvPr>
            <p:ph type="sldNum" idx="5"/>
          </p:nvPr>
        </p:nvSpPr>
        <p:spPr>
          <a:xfrm>
            <a:off x="3884760" y="8685360"/>
            <a:ext cx="2971080" cy="4579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2A4632CA-E317-4A0B-9854-F76669A319F4}"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4" name="PlaceHolder 1"/>
          <p:cNvSpPr>
            <a:spLocks noGrp="1"/>
          </p:cNvSpPr>
          <p:nvPr>
            <p:ph type="sldImg"/>
          </p:nvPr>
        </p:nvSpPr>
        <p:spPr>
          <a:xfrm>
            <a:off x="685800" y="1143000"/>
            <a:ext cx="5485680" cy="3085560"/>
          </a:xfrm>
          <a:prstGeom prst="rect">
            <a:avLst/>
          </a:prstGeom>
          <a:ln w="0">
            <a:noFill/>
          </a:ln>
        </p:spPr>
      </p:sp>
      <p:sp>
        <p:nvSpPr>
          <p:cNvPr id="245"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46" name="PlaceHolder 3"/>
          <p:cNvSpPr>
            <a:spLocks noGrp="1"/>
          </p:cNvSpPr>
          <p:nvPr>
            <p:ph type="sldNum" idx="6"/>
          </p:nvPr>
        </p:nvSpPr>
        <p:spPr>
          <a:xfrm>
            <a:off x="3884760" y="8685360"/>
            <a:ext cx="2971080" cy="4579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8D25CA69-5A26-4327-9888-212583934BF7}"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7" name="PlaceHolder 1"/>
          <p:cNvSpPr>
            <a:spLocks noGrp="1"/>
          </p:cNvSpPr>
          <p:nvPr>
            <p:ph type="sldImg"/>
          </p:nvPr>
        </p:nvSpPr>
        <p:spPr>
          <a:xfrm>
            <a:off x="685800" y="1143000"/>
            <a:ext cx="5485680" cy="3085560"/>
          </a:xfrm>
          <a:prstGeom prst="rect">
            <a:avLst/>
          </a:prstGeom>
          <a:ln w="0">
            <a:noFill/>
          </a:ln>
        </p:spPr>
      </p:sp>
      <p:sp>
        <p:nvSpPr>
          <p:cNvPr id="248"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49" name="PlaceHolder 3"/>
          <p:cNvSpPr>
            <a:spLocks noGrp="1"/>
          </p:cNvSpPr>
          <p:nvPr>
            <p:ph type="sldNum" idx="7"/>
          </p:nvPr>
        </p:nvSpPr>
        <p:spPr>
          <a:xfrm>
            <a:off x="3884760" y="8685360"/>
            <a:ext cx="2971080" cy="4579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3A224D08-1A34-433B-BA92-89AC771B6F08}"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0" name="PlaceHolder 1"/>
          <p:cNvSpPr>
            <a:spLocks noGrp="1"/>
          </p:cNvSpPr>
          <p:nvPr>
            <p:ph type="sldImg"/>
          </p:nvPr>
        </p:nvSpPr>
        <p:spPr>
          <a:xfrm>
            <a:off x="685800" y="1143000"/>
            <a:ext cx="5485680" cy="3085560"/>
          </a:xfrm>
          <a:prstGeom prst="rect">
            <a:avLst/>
          </a:prstGeom>
          <a:ln w="0">
            <a:noFill/>
          </a:ln>
        </p:spPr>
      </p:sp>
      <p:sp>
        <p:nvSpPr>
          <p:cNvPr id="251"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52" name="PlaceHolder 3"/>
          <p:cNvSpPr>
            <a:spLocks noGrp="1"/>
          </p:cNvSpPr>
          <p:nvPr>
            <p:ph type="sldNum" idx="8"/>
          </p:nvPr>
        </p:nvSpPr>
        <p:spPr>
          <a:xfrm>
            <a:off x="3884760" y="8685360"/>
            <a:ext cx="2971080" cy="4579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47CDEF81-86EC-4432-9686-2CC0604522EF}"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3" name="PlaceHolder 1"/>
          <p:cNvSpPr>
            <a:spLocks noGrp="1"/>
          </p:cNvSpPr>
          <p:nvPr>
            <p:ph type="sldImg"/>
          </p:nvPr>
        </p:nvSpPr>
        <p:spPr>
          <a:xfrm>
            <a:off x="685800" y="1143000"/>
            <a:ext cx="5485680" cy="3085560"/>
          </a:xfrm>
          <a:prstGeom prst="rect">
            <a:avLst/>
          </a:prstGeom>
          <a:ln w="0">
            <a:noFill/>
          </a:ln>
        </p:spPr>
      </p:sp>
      <p:sp>
        <p:nvSpPr>
          <p:cNvPr id="254"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55" name="PlaceHolder 3"/>
          <p:cNvSpPr>
            <a:spLocks noGrp="1"/>
          </p:cNvSpPr>
          <p:nvPr>
            <p:ph type="sldNum" idx="9"/>
          </p:nvPr>
        </p:nvSpPr>
        <p:spPr>
          <a:xfrm>
            <a:off x="3884760" y="8685360"/>
            <a:ext cx="2971080" cy="4579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AB07394A-1277-4E0A-A390-CFBAB91F80F5}"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6" name="PlaceHolder 1"/>
          <p:cNvSpPr>
            <a:spLocks noGrp="1"/>
          </p:cNvSpPr>
          <p:nvPr>
            <p:ph type="sldImg"/>
          </p:nvPr>
        </p:nvSpPr>
        <p:spPr>
          <a:xfrm>
            <a:off x="685800" y="1143000"/>
            <a:ext cx="5485680" cy="3085560"/>
          </a:xfrm>
          <a:prstGeom prst="rect">
            <a:avLst/>
          </a:prstGeom>
          <a:ln w="0">
            <a:noFill/>
          </a:ln>
        </p:spPr>
      </p:sp>
      <p:sp>
        <p:nvSpPr>
          <p:cNvPr id="257"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58" name="PlaceHolder 3"/>
          <p:cNvSpPr>
            <a:spLocks noGrp="1"/>
          </p:cNvSpPr>
          <p:nvPr>
            <p:ph type="sldNum" idx="10"/>
          </p:nvPr>
        </p:nvSpPr>
        <p:spPr>
          <a:xfrm>
            <a:off x="3884760" y="8685360"/>
            <a:ext cx="2971080" cy="4579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32EDDB35-4E1F-4335-BC0C-408F043877D3}"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9" name="PlaceHolder 1"/>
          <p:cNvSpPr>
            <a:spLocks noGrp="1"/>
          </p:cNvSpPr>
          <p:nvPr>
            <p:ph type="sldImg"/>
          </p:nvPr>
        </p:nvSpPr>
        <p:spPr>
          <a:xfrm>
            <a:off x="685800" y="1143000"/>
            <a:ext cx="5485680" cy="3085560"/>
          </a:xfrm>
          <a:prstGeom prst="rect">
            <a:avLst/>
          </a:prstGeom>
          <a:ln w="0">
            <a:noFill/>
          </a:ln>
        </p:spPr>
      </p:sp>
      <p:sp>
        <p:nvSpPr>
          <p:cNvPr id="260"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61" name="PlaceHolder 3"/>
          <p:cNvSpPr>
            <a:spLocks noGrp="1"/>
          </p:cNvSpPr>
          <p:nvPr>
            <p:ph type="sldNum" idx="11"/>
          </p:nvPr>
        </p:nvSpPr>
        <p:spPr>
          <a:xfrm>
            <a:off x="3884760" y="8685360"/>
            <a:ext cx="2971080" cy="4579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CFF01208-C17A-43C2-9AF2-6D74412556CC}"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2" name="PlaceHolder 1"/>
          <p:cNvSpPr>
            <a:spLocks noGrp="1"/>
          </p:cNvSpPr>
          <p:nvPr>
            <p:ph type="sldImg"/>
          </p:nvPr>
        </p:nvSpPr>
        <p:spPr>
          <a:xfrm>
            <a:off x="685800" y="1143000"/>
            <a:ext cx="5485680" cy="3085560"/>
          </a:xfrm>
          <a:prstGeom prst="rect">
            <a:avLst/>
          </a:prstGeom>
          <a:ln w="0">
            <a:noFill/>
          </a:ln>
        </p:spPr>
      </p:sp>
      <p:sp>
        <p:nvSpPr>
          <p:cNvPr id="263"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64" name="PlaceHolder 3"/>
          <p:cNvSpPr>
            <a:spLocks noGrp="1"/>
          </p:cNvSpPr>
          <p:nvPr>
            <p:ph type="sldNum" idx="12"/>
          </p:nvPr>
        </p:nvSpPr>
        <p:spPr>
          <a:xfrm>
            <a:off x="3884760" y="8685360"/>
            <a:ext cx="2971080" cy="4579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24191C14-C441-4AA5-B0DC-0EA3A2B4F1F5}"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5" name="PlaceHolder 1"/>
          <p:cNvSpPr>
            <a:spLocks noGrp="1"/>
          </p:cNvSpPr>
          <p:nvPr>
            <p:ph type="sldImg"/>
          </p:nvPr>
        </p:nvSpPr>
        <p:spPr>
          <a:xfrm>
            <a:off x="685800" y="1143000"/>
            <a:ext cx="5485680" cy="3085560"/>
          </a:xfrm>
          <a:prstGeom prst="rect">
            <a:avLst/>
          </a:prstGeom>
          <a:ln w="0">
            <a:noFill/>
          </a:ln>
        </p:spPr>
      </p:sp>
      <p:sp>
        <p:nvSpPr>
          <p:cNvPr id="266"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67" name="PlaceHolder 3"/>
          <p:cNvSpPr>
            <a:spLocks noGrp="1"/>
          </p:cNvSpPr>
          <p:nvPr>
            <p:ph type="sldNum" idx="13"/>
          </p:nvPr>
        </p:nvSpPr>
        <p:spPr>
          <a:xfrm>
            <a:off x="3884760" y="8685360"/>
            <a:ext cx="2971080" cy="4579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B0DFDE15-9F5B-46C6-83F7-2848DD1B5AF0}"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9 master">
    <p:spTree>
      <p:nvGrpSpPr>
        <p:cNvPr id="1" name=""/>
        <p:cNvGrpSpPr/>
        <p:nvPr/>
      </p:nvGrpSpPr>
      <p:grpSpPr>
        <a:xfrm>
          <a:off x="0" y="0"/>
          <a:ext cx="0" cy="0"/>
          <a:chOff x="0" y="0"/>
          <a:chExt cx="0" cy="0"/>
        </a:xfrm>
      </p:grpSpPr>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10 master">
    <p:spTree>
      <p:nvGrpSpPr>
        <p:cNvPr id="1" name=""/>
        <p:cNvGrpSpPr/>
        <p:nvPr/>
      </p:nvGrpSpPr>
      <p:grpSpPr>
        <a:xfrm>
          <a:off x="0" y="0"/>
          <a:ext cx="0" cy="0"/>
          <a:chOff x="0" y="0"/>
          <a:chExt cx="0" cy="0"/>
        </a:xfrm>
      </p:grpSpPr>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1 master">
    <p:spTree>
      <p:nvGrpSpPr>
        <p:cNvPr id="1" name=""/>
        <p:cNvGrpSpPr/>
        <p:nvPr/>
      </p:nvGrpSpPr>
      <p:grpSpPr>
        <a:xfrm>
          <a:off x="0" y="0"/>
          <a:ext cx="0" cy="0"/>
          <a:chOff x="0" y="0"/>
          <a:chExt cx="0" cy="0"/>
        </a:xfrm>
      </p:grpSpPr>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2 master">
    <p:spTree>
      <p:nvGrpSpPr>
        <p:cNvPr id="1" name=""/>
        <p:cNvGrpSpPr/>
        <p:nvPr/>
      </p:nvGrpSpPr>
      <p:grpSpPr>
        <a:xfrm>
          <a:off x="0" y="0"/>
          <a:ext cx="0" cy="0"/>
          <a:chOff x="0" y="0"/>
          <a:chExt cx="0" cy="0"/>
        </a:xfrm>
      </p:grpSpPr>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3 master">
    <p:spTree>
      <p:nvGrpSpPr>
        <p:cNvPr id="1" name=""/>
        <p:cNvGrpSpPr/>
        <p:nvPr/>
      </p:nvGrpSpPr>
      <p:grpSpPr>
        <a:xfrm>
          <a:off x="0" y="0"/>
          <a:ext cx="0" cy="0"/>
          <a:chOff x="0" y="0"/>
          <a:chExt cx="0" cy="0"/>
        </a:xfrm>
      </p:grpSpPr>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4 master">
    <p:spTree>
      <p:nvGrpSpPr>
        <p:cNvPr id="1" name=""/>
        <p:cNvGrpSpPr/>
        <p:nvPr/>
      </p:nvGrpSpPr>
      <p:grpSpPr>
        <a:xfrm>
          <a:off x="0" y="0"/>
          <a:ext cx="0" cy="0"/>
          <a:chOff x="0" y="0"/>
          <a:chExt cx="0" cy="0"/>
        </a:xfrm>
      </p:grpSpPr>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5 master">
    <p:spTree>
      <p:nvGrpSpPr>
        <p:cNvPr id="1" name=""/>
        <p:cNvGrpSpPr/>
        <p:nvPr/>
      </p:nvGrpSpPr>
      <p:grpSpPr>
        <a:xfrm>
          <a:off x="0" y="0"/>
          <a:ext cx="0" cy="0"/>
          <a:chOff x="0" y="0"/>
          <a:chExt cx="0" cy="0"/>
        </a:xfrm>
      </p:grpSpPr>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6 master">
    <p:spTree>
      <p:nvGrpSpPr>
        <p:cNvPr id="1" name=""/>
        <p:cNvGrpSpPr/>
        <p:nvPr/>
      </p:nvGrpSpPr>
      <p:grpSpPr>
        <a:xfrm>
          <a:off x="0" y="0"/>
          <a:ext cx="0" cy="0"/>
          <a:chOff x="0" y="0"/>
          <a:chExt cx="0" cy="0"/>
        </a:xfrm>
      </p:grpSpPr>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7 master">
    <p:spTree>
      <p:nvGrpSpPr>
        <p:cNvPr id="1" name=""/>
        <p:cNvGrpSpPr/>
        <p:nvPr/>
      </p:nvGrpSpPr>
      <p:grpSpPr>
        <a:xfrm>
          <a:off x="0" y="0"/>
          <a:ext cx="0" cy="0"/>
          <a:chOff x="0" y="0"/>
          <a:chExt cx="0" cy="0"/>
        </a:xfrm>
      </p:grpSpPr>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8 master">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1.png"/><Relationship Id="rId3"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1.png"/><Relationship Id="rId3"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1.png"/><Relationship Id="rId3"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1.png"/><Relationship Id="rId3"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image" Target="../media/image1.png"/><Relationship Id="rId3"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image" Target="../media/image1.png"/><Relationship Id="rId3"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image" Target="../media/image1.png"/><Relationship Id="rId3"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image" Target="../media/image1.png"/><Relationship Id="rId3"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image" Target="../media/image1.png"/><Relationship Id="rId3"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image" Target="../media/image1.png"/><Relationship Id="rId3"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0" name="Image 0" descr="preencoded.png"/>
          <p:cNvPicPr/>
          <p:nvPr/>
        </p:nvPicPr>
        <p:blipFill>
          <a:blip r:embed="rId2"/>
          <a:stretch/>
        </p:blipFill>
        <p:spPr>
          <a:xfrm>
            <a:off x="0" y="0"/>
            <a:ext cx="14629680" cy="8228880"/>
          </a:xfrm>
          <a:prstGeom prst="rect">
            <a:avLst/>
          </a:prstGeom>
          <a:ln w="0">
            <a:noFill/>
          </a:ln>
        </p:spPr>
      </p:pic>
      <p:sp>
        <p:nvSpPr>
          <p:cNvPr id="1" name="Shape 0"/>
          <p:cNvSpPr/>
          <p:nvPr/>
        </p:nvSpPr>
        <p:spPr>
          <a:xfrm>
            <a:off x="0" y="0"/>
            <a:ext cx="14629680" cy="8228880"/>
          </a:xfrm>
          <a:prstGeom prst="rect">
            <a:avLst/>
          </a:prstGeom>
          <a:solidFill>
            <a:srgbClr val="00002e">
              <a:alpha val="75000"/>
            </a:srgbClr>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rgbClr val="ffffff"/>
                </a:solidFill>
                <a:latin typeface="Arial"/>
              </a:rPr>
              <a:t>Click to edit the title text format</a:t>
            </a:r>
            <a:endParaRPr b="0" lang="en-US" sz="4400" spc="-1" strike="noStrike">
              <a:solidFill>
                <a:srgbClr val="ffffff"/>
              </a:solidFill>
              <a:latin typeface="Arial"/>
            </a:endParaRPr>
          </a:p>
        </p:txBody>
      </p:sp>
      <p:sp>
        <p:nvSpPr>
          <p:cNvPr id="3"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en-US" sz="3200" spc="-1" strike="noStrike">
                <a:solidFill>
                  <a:srgbClr val="ffffff"/>
                </a:solidFill>
                <a:latin typeface="Arial"/>
              </a:rPr>
              <a:t>Click to edit the outline text format</a:t>
            </a:r>
            <a:endParaRPr b="0" lang="en-US" sz="3200" spc="-1" strike="noStrike">
              <a:solidFill>
                <a:srgbClr val="ffffff"/>
              </a:solidFill>
              <a:latin typeface="Arial"/>
            </a:endParaRPr>
          </a:p>
          <a:p>
            <a:pPr lvl="1" marL="864000" indent="-324000">
              <a:spcBef>
                <a:spcPts val="1134"/>
              </a:spcBef>
              <a:buClr>
                <a:srgbClr val="ffffff"/>
              </a:buClr>
              <a:buSzPct val="75000"/>
              <a:buFont typeface="Symbol" charset="2"/>
              <a:buChar char=""/>
            </a:pPr>
            <a:r>
              <a:rPr b="0" lang="en-US" sz="2800" spc="-1" strike="noStrike">
                <a:solidFill>
                  <a:srgbClr val="ffffff"/>
                </a:solidFill>
                <a:latin typeface="Arial"/>
              </a:rPr>
              <a:t>Second Outline Level</a:t>
            </a:r>
            <a:endParaRPr b="0" lang="en-US" sz="2800" spc="-1" strike="noStrike">
              <a:solidFill>
                <a:srgbClr val="ffffff"/>
              </a:solidFill>
              <a:latin typeface="Arial"/>
            </a:endParaRPr>
          </a:p>
          <a:p>
            <a:pPr lvl="2" marL="1296000" indent="-288000">
              <a:spcBef>
                <a:spcPts val="850"/>
              </a:spcBef>
              <a:buClr>
                <a:srgbClr val="ffffff"/>
              </a:buClr>
              <a:buSzPct val="45000"/>
              <a:buFont typeface="Wingdings" charset="2"/>
              <a:buChar char=""/>
            </a:pPr>
            <a:r>
              <a:rPr b="0" lang="en-US" sz="2400" spc="-1" strike="noStrike">
                <a:solidFill>
                  <a:srgbClr val="ffffff"/>
                </a:solidFill>
                <a:latin typeface="Arial"/>
              </a:rPr>
              <a:t>Third Outline Level</a:t>
            </a:r>
            <a:endParaRPr b="0" lang="en-US" sz="2400" spc="-1" strike="noStrike">
              <a:solidFill>
                <a:srgbClr val="ffffff"/>
              </a:solidFill>
              <a:latin typeface="Arial"/>
            </a:endParaRPr>
          </a:p>
          <a:p>
            <a:pPr lvl="3" marL="1728000" indent="-216000">
              <a:spcBef>
                <a:spcPts val="567"/>
              </a:spcBef>
              <a:buClr>
                <a:srgbClr val="ffffff"/>
              </a:buClr>
              <a:buSzPct val="75000"/>
              <a:buFont typeface="Symbol" charset="2"/>
              <a:buChar char=""/>
            </a:pPr>
            <a:r>
              <a:rPr b="0" lang="en-US" sz="2000" spc="-1" strike="noStrike">
                <a:solidFill>
                  <a:srgbClr val="ffffff"/>
                </a:solidFill>
                <a:latin typeface="Arial"/>
              </a:rPr>
              <a:t>Fourth Outline Level</a:t>
            </a:r>
            <a:endParaRPr b="0" lang="en-US" sz="2000" spc="-1" strike="noStrike">
              <a:solidFill>
                <a:srgbClr val="ffffff"/>
              </a:solidFill>
              <a:latin typeface="Arial"/>
            </a:endParaRPr>
          </a:p>
          <a:p>
            <a:pPr lvl="4" marL="2160000" indent="-216000">
              <a:spcBef>
                <a:spcPts val="283"/>
              </a:spcBef>
              <a:buClr>
                <a:srgbClr val="ffffff"/>
              </a:buClr>
              <a:buSzPct val="45000"/>
              <a:buFont typeface="Wingdings" charset="2"/>
              <a:buChar char=""/>
            </a:pPr>
            <a:r>
              <a:rPr b="0" lang="en-US" sz="2000" spc="-1" strike="noStrike">
                <a:solidFill>
                  <a:srgbClr val="ffffff"/>
                </a:solidFill>
                <a:latin typeface="Arial"/>
              </a:rPr>
              <a:t>Fifth Outline Level</a:t>
            </a:r>
            <a:endParaRPr b="0" lang="en-US" sz="2000" spc="-1" strike="noStrike">
              <a:solidFill>
                <a:srgbClr val="ffffff"/>
              </a:solidFill>
              <a:latin typeface="Arial"/>
            </a:endParaRPr>
          </a:p>
          <a:p>
            <a:pPr lvl="5" marL="2592000" indent="-216000">
              <a:spcBef>
                <a:spcPts val="283"/>
              </a:spcBef>
              <a:buClr>
                <a:srgbClr val="ffffff"/>
              </a:buClr>
              <a:buSzPct val="45000"/>
              <a:buFont typeface="Wingdings" charset="2"/>
              <a:buChar char=""/>
            </a:pPr>
            <a:r>
              <a:rPr b="0" lang="en-US" sz="2000" spc="-1" strike="noStrike">
                <a:solidFill>
                  <a:srgbClr val="ffffff"/>
                </a:solidFill>
                <a:latin typeface="Arial"/>
              </a:rPr>
              <a:t>Sixth Outline Level</a:t>
            </a:r>
            <a:endParaRPr b="0" lang="en-US" sz="2000" spc="-1" strike="noStrike">
              <a:solidFill>
                <a:srgbClr val="ffffff"/>
              </a:solidFill>
              <a:latin typeface="Arial"/>
            </a:endParaRPr>
          </a:p>
          <a:p>
            <a:pPr lvl="6" marL="3024000" indent="-216000">
              <a:spcBef>
                <a:spcPts val="283"/>
              </a:spcBef>
              <a:buClr>
                <a:srgbClr val="ffffff"/>
              </a:buClr>
              <a:buSzPct val="45000"/>
              <a:buFont typeface="Wingdings" charset="2"/>
              <a:buChar char=""/>
            </a:pPr>
            <a:r>
              <a:rPr b="0" lang="en-US" sz="2000" spc="-1" strike="noStrike">
                <a:solidFill>
                  <a:srgbClr val="ffffff"/>
                </a:solidFill>
                <a:latin typeface="Arial"/>
              </a:rPr>
              <a:t>Seventh Outline Level</a:t>
            </a:r>
            <a:endParaRPr b="0" lang="en-US" sz="2000" spc="-1" strike="noStrike">
              <a:solidFill>
                <a:srgbClr val="ffffff"/>
              </a:solidFill>
              <a:latin typeface="Arial"/>
            </a:endParaRPr>
          </a:p>
        </p:txBody>
      </p:sp>
    </p:spTree>
  </p:cSld>
  <p:clrMap bg1="lt1" bg2="lt2" tx1="dk1" tx2="dk2" accent1="accent1" accent2="accent2" accent3="accent3" accent4="accent4" accent5="accent5" accent6="accent6" hlink="hlink" folHlink="folHlink"/>
  <p:sldLayoutIdLst>
    <p:sldLayoutId id="2147483651" r:id="rId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4" name="Image 0" descr="preencoded.png"/>
          <p:cNvPicPr/>
          <p:nvPr/>
        </p:nvPicPr>
        <p:blipFill>
          <a:blip r:embed="rId2"/>
          <a:stretch/>
        </p:blipFill>
        <p:spPr>
          <a:xfrm>
            <a:off x="0" y="0"/>
            <a:ext cx="14629680" cy="8228880"/>
          </a:xfrm>
          <a:prstGeom prst="rect">
            <a:avLst/>
          </a:prstGeom>
          <a:ln w="0">
            <a:noFill/>
          </a:ln>
        </p:spPr>
      </p:pic>
      <p:sp>
        <p:nvSpPr>
          <p:cNvPr id="5" name="Shape 0"/>
          <p:cNvSpPr/>
          <p:nvPr/>
        </p:nvSpPr>
        <p:spPr>
          <a:xfrm>
            <a:off x="0" y="0"/>
            <a:ext cx="14629680" cy="8228880"/>
          </a:xfrm>
          <a:prstGeom prst="rect">
            <a:avLst/>
          </a:prstGeom>
          <a:solidFill>
            <a:srgbClr val="00002e">
              <a:alpha val="75000"/>
            </a:srgbClr>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6"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rgbClr val="ffffff"/>
                </a:solidFill>
                <a:latin typeface="Arial"/>
              </a:rPr>
              <a:t>Click to edit the title text format</a:t>
            </a:r>
            <a:endParaRPr b="0" lang="en-US" sz="4400" spc="-1" strike="noStrike">
              <a:solidFill>
                <a:srgbClr val="ffffff"/>
              </a:solidFill>
              <a:latin typeface="Arial"/>
            </a:endParaRPr>
          </a:p>
        </p:txBody>
      </p:sp>
      <p:sp>
        <p:nvSpPr>
          <p:cNvPr id="7"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en-US" sz="3200" spc="-1" strike="noStrike">
                <a:solidFill>
                  <a:srgbClr val="ffffff"/>
                </a:solidFill>
                <a:latin typeface="Arial"/>
              </a:rPr>
              <a:t>Click to edit the outline text format</a:t>
            </a:r>
            <a:endParaRPr b="0" lang="en-US" sz="3200" spc="-1" strike="noStrike">
              <a:solidFill>
                <a:srgbClr val="ffffff"/>
              </a:solidFill>
              <a:latin typeface="Arial"/>
            </a:endParaRPr>
          </a:p>
          <a:p>
            <a:pPr lvl="1" marL="864000" indent="-324000">
              <a:spcBef>
                <a:spcPts val="1134"/>
              </a:spcBef>
              <a:buClr>
                <a:srgbClr val="ffffff"/>
              </a:buClr>
              <a:buSzPct val="75000"/>
              <a:buFont typeface="Symbol" charset="2"/>
              <a:buChar char=""/>
            </a:pPr>
            <a:r>
              <a:rPr b="0" lang="en-US" sz="2800" spc="-1" strike="noStrike">
                <a:solidFill>
                  <a:srgbClr val="ffffff"/>
                </a:solidFill>
                <a:latin typeface="Arial"/>
              </a:rPr>
              <a:t>Second Outline Level</a:t>
            </a:r>
            <a:endParaRPr b="0" lang="en-US" sz="2800" spc="-1" strike="noStrike">
              <a:solidFill>
                <a:srgbClr val="ffffff"/>
              </a:solidFill>
              <a:latin typeface="Arial"/>
            </a:endParaRPr>
          </a:p>
          <a:p>
            <a:pPr lvl="2" marL="1296000" indent="-288000">
              <a:spcBef>
                <a:spcPts val="850"/>
              </a:spcBef>
              <a:buClr>
                <a:srgbClr val="ffffff"/>
              </a:buClr>
              <a:buSzPct val="45000"/>
              <a:buFont typeface="Wingdings" charset="2"/>
              <a:buChar char=""/>
            </a:pPr>
            <a:r>
              <a:rPr b="0" lang="en-US" sz="2400" spc="-1" strike="noStrike">
                <a:solidFill>
                  <a:srgbClr val="ffffff"/>
                </a:solidFill>
                <a:latin typeface="Arial"/>
              </a:rPr>
              <a:t>Third Outline Level</a:t>
            </a:r>
            <a:endParaRPr b="0" lang="en-US" sz="2400" spc="-1" strike="noStrike">
              <a:solidFill>
                <a:srgbClr val="ffffff"/>
              </a:solidFill>
              <a:latin typeface="Arial"/>
            </a:endParaRPr>
          </a:p>
          <a:p>
            <a:pPr lvl="3" marL="1728000" indent="-216000">
              <a:spcBef>
                <a:spcPts val="567"/>
              </a:spcBef>
              <a:buClr>
                <a:srgbClr val="ffffff"/>
              </a:buClr>
              <a:buSzPct val="75000"/>
              <a:buFont typeface="Symbol" charset="2"/>
              <a:buChar char=""/>
            </a:pPr>
            <a:r>
              <a:rPr b="0" lang="en-US" sz="2000" spc="-1" strike="noStrike">
                <a:solidFill>
                  <a:srgbClr val="ffffff"/>
                </a:solidFill>
                <a:latin typeface="Arial"/>
              </a:rPr>
              <a:t>Fourth Outline Level</a:t>
            </a:r>
            <a:endParaRPr b="0" lang="en-US" sz="2000" spc="-1" strike="noStrike">
              <a:solidFill>
                <a:srgbClr val="ffffff"/>
              </a:solidFill>
              <a:latin typeface="Arial"/>
            </a:endParaRPr>
          </a:p>
          <a:p>
            <a:pPr lvl="4" marL="2160000" indent="-216000">
              <a:spcBef>
                <a:spcPts val="283"/>
              </a:spcBef>
              <a:buClr>
                <a:srgbClr val="ffffff"/>
              </a:buClr>
              <a:buSzPct val="45000"/>
              <a:buFont typeface="Wingdings" charset="2"/>
              <a:buChar char=""/>
            </a:pPr>
            <a:r>
              <a:rPr b="0" lang="en-US" sz="2000" spc="-1" strike="noStrike">
                <a:solidFill>
                  <a:srgbClr val="ffffff"/>
                </a:solidFill>
                <a:latin typeface="Arial"/>
              </a:rPr>
              <a:t>Fifth Outline Level</a:t>
            </a:r>
            <a:endParaRPr b="0" lang="en-US" sz="2000" spc="-1" strike="noStrike">
              <a:solidFill>
                <a:srgbClr val="ffffff"/>
              </a:solidFill>
              <a:latin typeface="Arial"/>
            </a:endParaRPr>
          </a:p>
          <a:p>
            <a:pPr lvl="5" marL="2592000" indent="-216000">
              <a:spcBef>
                <a:spcPts val="283"/>
              </a:spcBef>
              <a:buClr>
                <a:srgbClr val="ffffff"/>
              </a:buClr>
              <a:buSzPct val="45000"/>
              <a:buFont typeface="Wingdings" charset="2"/>
              <a:buChar char=""/>
            </a:pPr>
            <a:r>
              <a:rPr b="0" lang="en-US" sz="2000" spc="-1" strike="noStrike">
                <a:solidFill>
                  <a:srgbClr val="ffffff"/>
                </a:solidFill>
                <a:latin typeface="Arial"/>
              </a:rPr>
              <a:t>Sixth Outline Level</a:t>
            </a:r>
            <a:endParaRPr b="0" lang="en-US" sz="2000" spc="-1" strike="noStrike">
              <a:solidFill>
                <a:srgbClr val="ffffff"/>
              </a:solidFill>
              <a:latin typeface="Arial"/>
            </a:endParaRPr>
          </a:p>
          <a:p>
            <a:pPr lvl="6" marL="3024000" indent="-216000">
              <a:spcBef>
                <a:spcPts val="283"/>
              </a:spcBef>
              <a:buClr>
                <a:srgbClr val="ffffff"/>
              </a:buClr>
              <a:buSzPct val="45000"/>
              <a:buFont typeface="Wingdings" charset="2"/>
              <a:buChar char=""/>
            </a:pPr>
            <a:r>
              <a:rPr b="0" lang="en-US" sz="2000" spc="-1" strike="noStrike">
                <a:solidFill>
                  <a:srgbClr val="ffffff"/>
                </a:solidFill>
                <a:latin typeface="Arial"/>
              </a:rPr>
              <a:t>Seventh Outline Level</a:t>
            </a:r>
            <a:endParaRPr b="0" lang="en-US" sz="2000" spc="-1" strike="noStrike">
              <a:solidFill>
                <a:srgbClr val="ffffff"/>
              </a:solidFill>
              <a:latin typeface="Arial"/>
            </a:endParaRPr>
          </a:p>
        </p:txBody>
      </p:sp>
    </p:spTree>
  </p:cSld>
  <p:clrMap bg1="lt1" bg2="lt2" tx1="dk1" tx2="dk2" accent1="accent1" accent2="accent2" accent3="accent3" accent4="accent4" accent5="accent5" accent6="accent6" hlink="hlink" folHlink="folHlink"/>
  <p:sldLayoutIdLst>
    <p:sldLayoutId id="2147483653" r:id="rId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8" name="Image 0" descr="preencoded.png"/>
          <p:cNvPicPr/>
          <p:nvPr/>
        </p:nvPicPr>
        <p:blipFill>
          <a:blip r:embed="rId2"/>
          <a:stretch/>
        </p:blipFill>
        <p:spPr>
          <a:xfrm>
            <a:off x="0" y="0"/>
            <a:ext cx="14629680" cy="8228880"/>
          </a:xfrm>
          <a:prstGeom prst="rect">
            <a:avLst/>
          </a:prstGeom>
          <a:ln w="0">
            <a:noFill/>
          </a:ln>
        </p:spPr>
      </p:pic>
      <p:sp>
        <p:nvSpPr>
          <p:cNvPr id="9" name="Shape 0"/>
          <p:cNvSpPr/>
          <p:nvPr/>
        </p:nvSpPr>
        <p:spPr>
          <a:xfrm>
            <a:off x="0" y="0"/>
            <a:ext cx="14629680" cy="8228880"/>
          </a:xfrm>
          <a:prstGeom prst="rect">
            <a:avLst/>
          </a:prstGeom>
          <a:solidFill>
            <a:srgbClr val="00002e">
              <a:alpha val="75000"/>
            </a:srgbClr>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0"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rgbClr val="ffffff"/>
                </a:solidFill>
                <a:latin typeface="Arial"/>
              </a:rPr>
              <a:t>Click to edit the title text format</a:t>
            </a:r>
            <a:endParaRPr b="0" lang="en-US" sz="4400" spc="-1" strike="noStrike">
              <a:solidFill>
                <a:srgbClr val="ffffff"/>
              </a:solidFill>
              <a:latin typeface="Arial"/>
            </a:endParaRPr>
          </a:p>
        </p:txBody>
      </p:sp>
      <p:sp>
        <p:nvSpPr>
          <p:cNvPr id="11"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en-US" sz="3200" spc="-1" strike="noStrike">
                <a:solidFill>
                  <a:srgbClr val="ffffff"/>
                </a:solidFill>
                <a:latin typeface="Arial"/>
              </a:rPr>
              <a:t>Click to edit the outline text format</a:t>
            </a:r>
            <a:endParaRPr b="0" lang="en-US" sz="3200" spc="-1" strike="noStrike">
              <a:solidFill>
                <a:srgbClr val="ffffff"/>
              </a:solidFill>
              <a:latin typeface="Arial"/>
            </a:endParaRPr>
          </a:p>
          <a:p>
            <a:pPr lvl="1" marL="864000" indent="-324000">
              <a:spcBef>
                <a:spcPts val="1134"/>
              </a:spcBef>
              <a:buClr>
                <a:srgbClr val="ffffff"/>
              </a:buClr>
              <a:buSzPct val="75000"/>
              <a:buFont typeface="Symbol" charset="2"/>
              <a:buChar char=""/>
            </a:pPr>
            <a:r>
              <a:rPr b="0" lang="en-US" sz="2800" spc="-1" strike="noStrike">
                <a:solidFill>
                  <a:srgbClr val="ffffff"/>
                </a:solidFill>
                <a:latin typeface="Arial"/>
              </a:rPr>
              <a:t>Second Outline Level</a:t>
            </a:r>
            <a:endParaRPr b="0" lang="en-US" sz="2800" spc="-1" strike="noStrike">
              <a:solidFill>
                <a:srgbClr val="ffffff"/>
              </a:solidFill>
              <a:latin typeface="Arial"/>
            </a:endParaRPr>
          </a:p>
          <a:p>
            <a:pPr lvl="2" marL="1296000" indent="-288000">
              <a:spcBef>
                <a:spcPts val="850"/>
              </a:spcBef>
              <a:buClr>
                <a:srgbClr val="ffffff"/>
              </a:buClr>
              <a:buSzPct val="45000"/>
              <a:buFont typeface="Wingdings" charset="2"/>
              <a:buChar char=""/>
            </a:pPr>
            <a:r>
              <a:rPr b="0" lang="en-US" sz="2400" spc="-1" strike="noStrike">
                <a:solidFill>
                  <a:srgbClr val="ffffff"/>
                </a:solidFill>
                <a:latin typeface="Arial"/>
              </a:rPr>
              <a:t>Third Outline Level</a:t>
            </a:r>
            <a:endParaRPr b="0" lang="en-US" sz="2400" spc="-1" strike="noStrike">
              <a:solidFill>
                <a:srgbClr val="ffffff"/>
              </a:solidFill>
              <a:latin typeface="Arial"/>
            </a:endParaRPr>
          </a:p>
          <a:p>
            <a:pPr lvl="3" marL="1728000" indent="-216000">
              <a:spcBef>
                <a:spcPts val="567"/>
              </a:spcBef>
              <a:buClr>
                <a:srgbClr val="ffffff"/>
              </a:buClr>
              <a:buSzPct val="75000"/>
              <a:buFont typeface="Symbol" charset="2"/>
              <a:buChar char=""/>
            </a:pPr>
            <a:r>
              <a:rPr b="0" lang="en-US" sz="2000" spc="-1" strike="noStrike">
                <a:solidFill>
                  <a:srgbClr val="ffffff"/>
                </a:solidFill>
                <a:latin typeface="Arial"/>
              </a:rPr>
              <a:t>Fourth Outline Level</a:t>
            </a:r>
            <a:endParaRPr b="0" lang="en-US" sz="2000" spc="-1" strike="noStrike">
              <a:solidFill>
                <a:srgbClr val="ffffff"/>
              </a:solidFill>
              <a:latin typeface="Arial"/>
            </a:endParaRPr>
          </a:p>
          <a:p>
            <a:pPr lvl="4" marL="2160000" indent="-216000">
              <a:spcBef>
                <a:spcPts val="283"/>
              </a:spcBef>
              <a:buClr>
                <a:srgbClr val="ffffff"/>
              </a:buClr>
              <a:buSzPct val="45000"/>
              <a:buFont typeface="Wingdings" charset="2"/>
              <a:buChar char=""/>
            </a:pPr>
            <a:r>
              <a:rPr b="0" lang="en-US" sz="2000" spc="-1" strike="noStrike">
                <a:solidFill>
                  <a:srgbClr val="ffffff"/>
                </a:solidFill>
                <a:latin typeface="Arial"/>
              </a:rPr>
              <a:t>Fifth Outline Level</a:t>
            </a:r>
            <a:endParaRPr b="0" lang="en-US" sz="2000" spc="-1" strike="noStrike">
              <a:solidFill>
                <a:srgbClr val="ffffff"/>
              </a:solidFill>
              <a:latin typeface="Arial"/>
            </a:endParaRPr>
          </a:p>
          <a:p>
            <a:pPr lvl="5" marL="2592000" indent="-216000">
              <a:spcBef>
                <a:spcPts val="283"/>
              </a:spcBef>
              <a:buClr>
                <a:srgbClr val="ffffff"/>
              </a:buClr>
              <a:buSzPct val="45000"/>
              <a:buFont typeface="Wingdings" charset="2"/>
              <a:buChar char=""/>
            </a:pPr>
            <a:r>
              <a:rPr b="0" lang="en-US" sz="2000" spc="-1" strike="noStrike">
                <a:solidFill>
                  <a:srgbClr val="ffffff"/>
                </a:solidFill>
                <a:latin typeface="Arial"/>
              </a:rPr>
              <a:t>Sixth Outline Level</a:t>
            </a:r>
            <a:endParaRPr b="0" lang="en-US" sz="2000" spc="-1" strike="noStrike">
              <a:solidFill>
                <a:srgbClr val="ffffff"/>
              </a:solidFill>
              <a:latin typeface="Arial"/>
            </a:endParaRPr>
          </a:p>
          <a:p>
            <a:pPr lvl="6" marL="3024000" indent="-216000">
              <a:spcBef>
                <a:spcPts val="283"/>
              </a:spcBef>
              <a:buClr>
                <a:srgbClr val="ffffff"/>
              </a:buClr>
              <a:buSzPct val="45000"/>
              <a:buFont typeface="Wingdings" charset="2"/>
              <a:buChar char=""/>
            </a:pPr>
            <a:r>
              <a:rPr b="0" lang="en-US" sz="2000" spc="-1" strike="noStrike">
                <a:solidFill>
                  <a:srgbClr val="ffffff"/>
                </a:solidFill>
                <a:latin typeface="Arial"/>
              </a:rPr>
              <a:t>Seventh Outline Level</a:t>
            </a:r>
            <a:endParaRPr b="0" lang="en-US" sz="2000" spc="-1" strike="noStrike">
              <a:solidFill>
                <a:srgbClr val="ffffff"/>
              </a:solidFill>
              <a:latin typeface="Arial"/>
            </a:endParaRPr>
          </a:p>
        </p:txBody>
      </p:sp>
    </p:spTree>
  </p:cSld>
  <p:clrMap bg1="lt1" bg2="lt2" tx1="dk1" tx2="dk2" accent1="accent1" accent2="accent2" accent3="accent3" accent4="accent4" accent5="accent5" accent6="accent6" hlink="hlink" folHlink="folHlink"/>
  <p:sldLayoutIdLst>
    <p:sldLayoutId id="2147483655" r:id="rId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12" name="Image 0" descr="preencoded.png"/>
          <p:cNvPicPr/>
          <p:nvPr/>
        </p:nvPicPr>
        <p:blipFill>
          <a:blip r:embed="rId2"/>
          <a:stretch/>
        </p:blipFill>
        <p:spPr>
          <a:xfrm>
            <a:off x="0" y="0"/>
            <a:ext cx="14629680" cy="8228880"/>
          </a:xfrm>
          <a:prstGeom prst="rect">
            <a:avLst/>
          </a:prstGeom>
          <a:ln w="0">
            <a:noFill/>
          </a:ln>
        </p:spPr>
      </p:pic>
      <p:sp>
        <p:nvSpPr>
          <p:cNvPr id="13" name="Shape 0"/>
          <p:cNvSpPr/>
          <p:nvPr/>
        </p:nvSpPr>
        <p:spPr>
          <a:xfrm>
            <a:off x="0" y="0"/>
            <a:ext cx="14629680" cy="8228880"/>
          </a:xfrm>
          <a:prstGeom prst="rect">
            <a:avLst/>
          </a:prstGeom>
          <a:solidFill>
            <a:srgbClr val="00002e">
              <a:alpha val="75000"/>
            </a:srgbClr>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4"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rgbClr val="ffffff"/>
                </a:solidFill>
                <a:latin typeface="Arial"/>
              </a:rPr>
              <a:t>Click to edit the title text format</a:t>
            </a:r>
            <a:endParaRPr b="0" lang="en-US" sz="4400" spc="-1" strike="noStrike">
              <a:solidFill>
                <a:srgbClr val="ffffff"/>
              </a:solidFill>
              <a:latin typeface="Arial"/>
            </a:endParaRPr>
          </a:p>
        </p:txBody>
      </p:sp>
      <p:sp>
        <p:nvSpPr>
          <p:cNvPr id="15"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en-US" sz="3200" spc="-1" strike="noStrike">
                <a:solidFill>
                  <a:srgbClr val="ffffff"/>
                </a:solidFill>
                <a:latin typeface="Arial"/>
              </a:rPr>
              <a:t>Click to edit the outline text format</a:t>
            </a:r>
            <a:endParaRPr b="0" lang="en-US" sz="3200" spc="-1" strike="noStrike">
              <a:solidFill>
                <a:srgbClr val="ffffff"/>
              </a:solidFill>
              <a:latin typeface="Arial"/>
            </a:endParaRPr>
          </a:p>
          <a:p>
            <a:pPr lvl="1" marL="864000" indent="-324000">
              <a:spcBef>
                <a:spcPts val="1134"/>
              </a:spcBef>
              <a:buClr>
                <a:srgbClr val="ffffff"/>
              </a:buClr>
              <a:buSzPct val="75000"/>
              <a:buFont typeface="Symbol" charset="2"/>
              <a:buChar char=""/>
            </a:pPr>
            <a:r>
              <a:rPr b="0" lang="en-US" sz="2800" spc="-1" strike="noStrike">
                <a:solidFill>
                  <a:srgbClr val="ffffff"/>
                </a:solidFill>
                <a:latin typeface="Arial"/>
              </a:rPr>
              <a:t>Second Outline Level</a:t>
            </a:r>
            <a:endParaRPr b="0" lang="en-US" sz="2800" spc="-1" strike="noStrike">
              <a:solidFill>
                <a:srgbClr val="ffffff"/>
              </a:solidFill>
              <a:latin typeface="Arial"/>
            </a:endParaRPr>
          </a:p>
          <a:p>
            <a:pPr lvl="2" marL="1296000" indent="-288000">
              <a:spcBef>
                <a:spcPts val="850"/>
              </a:spcBef>
              <a:buClr>
                <a:srgbClr val="ffffff"/>
              </a:buClr>
              <a:buSzPct val="45000"/>
              <a:buFont typeface="Wingdings" charset="2"/>
              <a:buChar char=""/>
            </a:pPr>
            <a:r>
              <a:rPr b="0" lang="en-US" sz="2400" spc="-1" strike="noStrike">
                <a:solidFill>
                  <a:srgbClr val="ffffff"/>
                </a:solidFill>
                <a:latin typeface="Arial"/>
              </a:rPr>
              <a:t>Third Outline Level</a:t>
            </a:r>
            <a:endParaRPr b="0" lang="en-US" sz="2400" spc="-1" strike="noStrike">
              <a:solidFill>
                <a:srgbClr val="ffffff"/>
              </a:solidFill>
              <a:latin typeface="Arial"/>
            </a:endParaRPr>
          </a:p>
          <a:p>
            <a:pPr lvl="3" marL="1728000" indent="-216000">
              <a:spcBef>
                <a:spcPts val="567"/>
              </a:spcBef>
              <a:buClr>
                <a:srgbClr val="ffffff"/>
              </a:buClr>
              <a:buSzPct val="75000"/>
              <a:buFont typeface="Symbol" charset="2"/>
              <a:buChar char=""/>
            </a:pPr>
            <a:r>
              <a:rPr b="0" lang="en-US" sz="2000" spc="-1" strike="noStrike">
                <a:solidFill>
                  <a:srgbClr val="ffffff"/>
                </a:solidFill>
                <a:latin typeface="Arial"/>
              </a:rPr>
              <a:t>Fourth Outline Level</a:t>
            </a:r>
            <a:endParaRPr b="0" lang="en-US" sz="2000" spc="-1" strike="noStrike">
              <a:solidFill>
                <a:srgbClr val="ffffff"/>
              </a:solidFill>
              <a:latin typeface="Arial"/>
            </a:endParaRPr>
          </a:p>
          <a:p>
            <a:pPr lvl="4" marL="2160000" indent="-216000">
              <a:spcBef>
                <a:spcPts val="283"/>
              </a:spcBef>
              <a:buClr>
                <a:srgbClr val="ffffff"/>
              </a:buClr>
              <a:buSzPct val="45000"/>
              <a:buFont typeface="Wingdings" charset="2"/>
              <a:buChar char=""/>
            </a:pPr>
            <a:r>
              <a:rPr b="0" lang="en-US" sz="2000" spc="-1" strike="noStrike">
                <a:solidFill>
                  <a:srgbClr val="ffffff"/>
                </a:solidFill>
                <a:latin typeface="Arial"/>
              </a:rPr>
              <a:t>Fifth Outline Level</a:t>
            </a:r>
            <a:endParaRPr b="0" lang="en-US" sz="2000" spc="-1" strike="noStrike">
              <a:solidFill>
                <a:srgbClr val="ffffff"/>
              </a:solidFill>
              <a:latin typeface="Arial"/>
            </a:endParaRPr>
          </a:p>
          <a:p>
            <a:pPr lvl="5" marL="2592000" indent="-216000">
              <a:spcBef>
                <a:spcPts val="283"/>
              </a:spcBef>
              <a:buClr>
                <a:srgbClr val="ffffff"/>
              </a:buClr>
              <a:buSzPct val="45000"/>
              <a:buFont typeface="Wingdings" charset="2"/>
              <a:buChar char=""/>
            </a:pPr>
            <a:r>
              <a:rPr b="0" lang="en-US" sz="2000" spc="-1" strike="noStrike">
                <a:solidFill>
                  <a:srgbClr val="ffffff"/>
                </a:solidFill>
                <a:latin typeface="Arial"/>
              </a:rPr>
              <a:t>Sixth Outline Level</a:t>
            </a:r>
            <a:endParaRPr b="0" lang="en-US" sz="2000" spc="-1" strike="noStrike">
              <a:solidFill>
                <a:srgbClr val="ffffff"/>
              </a:solidFill>
              <a:latin typeface="Arial"/>
            </a:endParaRPr>
          </a:p>
          <a:p>
            <a:pPr lvl="6" marL="3024000" indent="-216000">
              <a:spcBef>
                <a:spcPts val="283"/>
              </a:spcBef>
              <a:buClr>
                <a:srgbClr val="ffffff"/>
              </a:buClr>
              <a:buSzPct val="45000"/>
              <a:buFont typeface="Wingdings" charset="2"/>
              <a:buChar char=""/>
            </a:pPr>
            <a:r>
              <a:rPr b="0" lang="en-US" sz="2000" spc="-1" strike="noStrike">
                <a:solidFill>
                  <a:srgbClr val="ffffff"/>
                </a:solidFill>
                <a:latin typeface="Arial"/>
              </a:rPr>
              <a:t>Seventh Outline Level</a:t>
            </a:r>
            <a:endParaRPr b="0" lang="en-US" sz="2000" spc="-1" strike="noStrike">
              <a:solidFill>
                <a:srgbClr val="ffffff"/>
              </a:solidFill>
              <a:latin typeface="Arial"/>
            </a:endParaRPr>
          </a:p>
        </p:txBody>
      </p:sp>
    </p:spTree>
  </p:cSld>
  <p:clrMap bg1="lt1" bg2="lt2" tx1="dk1" tx2="dk2" accent1="accent1" accent2="accent2" accent3="accent3" accent4="accent4" accent5="accent5" accent6="accent6" hlink="hlink" folHlink="folHlink"/>
  <p:sldLayoutIdLst>
    <p:sldLayoutId id="2147483657" r:id="rId3"/>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16" name="Image 0" descr="preencoded.png"/>
          <p:cNvPicPr/>
          <p:nvPr/>
        </p:nvPicPr>
        <p:blipFill>
          <a:blip r:embed="rId2"/>
          <a:stretch/>
        </p:blipFill>
        <p:spPr>
          <a:xfrm>
            <a:off x="0" y="0"/>
            <a:ext cx="14629680" cy="8228880"/>
          </a:xfrm>
          <a:prstGeom prst="rect">
            <a:avLst/>
          </a:prstGeom>
          <a:ln w="0">
            <a:noFill/>
          </a:ln>
        </p:spPr>
      </p:pic>
      <p:sp>
        <p:nvSpPr>
          <p:cNvPr id="17" name="Shape 0"/>
          <p:cNvSpPr/>
          <p:nvPr/>
        </p:nvSpPr>
        <p:spPr>
          <a:xfrm>
            <a:off x="0" y="0"/>
            <a:ext cx="14629680" cy="8228880"/>
          </a:xfrm>
          <a:prstGeom prst="rect">
            <a:avLst/>
          </a:prstGeom>
          <a:solidFill>
            <a:srgbClr val="00002e">
              <a:alpha val="75000"/>
            </a:srgbClr>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rgbClr val="ffffff"/>
                </a:solidFill>
                <a:latin typeface="Arial"/>
              </a:rPr>
              <a:t>Click to edit the title text format</a:t>
            </a:r>
            <a:endParaRPr b="0" lang="en-US" sz="4400" spc="-1" strike="noStrike">
              <a:solidFill>
                <a:srgbClr val="ffffff"/>
              </a:solidFill>
              <a:latin typeface="Arial"/>
            </a:endParaRPr>
          </a:p>
        </p:txBody>
      </p:sp>
      <p:sp>
        <p:nvSpPr>
          <p:cNvPr id="19"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en-US" sz="3200" spc="-1" strike="noStrike">
                <a:solidFill>
                  <a:srgbClr val="ffffff"/>
                </a:solidFill>
                <a:latin typeface="Arial"/>
              </a:rPr>
              <a:t>Click to edit the outline text format</a:t>
            </a:r>
            <a:endParaRPr b="0" lang="en-US" sz="3200" spc="-1" strike="noStrike">
              <a:solidFill>
                <a:srgbClr val="ffffff"/>
              </a:solidFill>
              <a:latin typeface="Arial"/>
            </a:endParaRPr>
          </a:p>
          <a:p>
            <a:pPr lvl="1" marL="864000" indent="-324000">
              <a:spcBef>
                <a:spcPts val="1134"/>
              </a:spcBef>
              <a:buClr>
                <a:srgbClr val="ffffff"/>
              </a:buClr>
              <a:buSzPct val="75000"/>
              <a:buFont typeface="Symbol" charset="2"/>
              <a:buChar char=""/>
            </a:pPr>
            <a:r>
              <a:rPr b="0" lang="en-US" sz="2800" spc="-1" strike="noStrike">
                <a:solidFill>
                  <a:srgbClr val="ffffff"/>
                </a:solidFill>
                <a:latin typeface="Arial"/>
              </a:rPr>
              <a:t>Second Outline Level</a:t>
            </a:r>
            <a:endParaRPr b="0" lang="en-US" sz="2800" spc="-1" strike="noStrike">
              <a:solidFill>
                <a:srgbClr val="ffffff"/>
              </a:solidFill>
              <a:latin typeface="Arial"/>
            </a:endParaRPr>
          </a:p>
          <a:p>
            <a:pPr lvl="2" marL="1296000" indent="-288000">
              <a:spcBef>
                <a:spcPts val="850"/>
              </a:spcBef>
              <a:buClr>
                <a:srgbClr val="ffffff"/>
              </a:buClr>
              <a:buSzPct val="45000"/>
              <a:buFont typeface="Wingdings" charset="2"/>
              <a:buChar char=""/>
            </a:pPr>
            <a:r>
              <a:rPr b="0" lang="en-US" sz="2400" spc="-1" strike="noStrike">
                <a:solidFill>
                  <a:srgbClr val="ffffff"/>
                </a:solidFill>
                <a:latin typeface="Arial"/>
              </a:rPr>
              <a:t>Third Outline Level</a:t>
            </a:r>
            <a:endParaRPr b="0" lang="en-US" sz="2400" spc="-1" strike="noStrike">
              <a:solidFill>
                <a:srgbClr val="ffffff"/>
              </a:solidFill>
              <a:latin typeface="Arial"/>
            </a:endParaRPr>
          </a:p>
          <a:p>
            <a:pPr lvl="3" marL="1728000" indent="-216000">
              <a:spcBef>
                <a:spcPts val="567"/>
              </a:spcBef>
              <a:buClr>
                <a:srgbClr val="ffffff"/>
              </a:buClr>
              <a:buSzPct val="75000"/>
              <a:buFont typeface="Symbol" charset="2"/>
              <a:buChar char=""/>
            </a:pPr>
            <a:r>
              <a:rPr b="0" lang="en-US" sz="2000" spc="-1" strike="noStrike">
                <a:solidFill>
                  <a:srgbClr val="ffffff"/>
                </a:solidFill>
                <a:latin typeface="Arial"/>
              </a:rPr>
              <a:t>Fourth Outline Level</a:t>
            </a:r>
            <a:endParaRPr b="0" lang="en-US" sz="2000" spc="-1" strike="noStrike">
              <a:solidFill>
                <a:srgbClr val="ffffff"/>
              </a:solidFill>
              <a:latin typeface="Arial"/>
            </a:endParaRPr>
          </a:p>
          <a:p>
            <a:pPr lvl="4" marL="2160000" indent="-216000">
              <a:spcBef>
                <a:spcPts val="283"/>
              </a:spcBef>
              <a:buClr>
                <a:srgbClr val="ffffff"/>
              </a:buClr>
              <a:buSzPct val="45000"/>
              <a:buFont typeface="Wingdings" charset="2"/>
              <a:buChar char=""/>
            </a:pPr>
            <a:r>
              <a:rPr b="0" lang="en-US" sz="2000" spc="-1" strike="noStrike">
                <a:solidFill>
                  <a:srgbClr val="ffffff"/>
                </a:solidFill>
                <a:latin typeface="Arial"/>
              </a:rPr>
              <a:t>Fifth Outline Level</a:t>
            </a:r>
            <a:endParaRPr b="0" lang="en-US" sz="2000" spc="-1" strike="noStrike">
              <a:solidFill>
                <a:srgbClr val="ffffff"/>
              </a:solidFill>
              <a:latin typeface="Arial"/>
            </a:endParaRPr>
          </a:p>
          <a:p>
            <a:pPr lvl="5" marL="2592000" indent="-216000">
              <a:spcBef>
                <a:spcPts val="283"/>
              </a:spcBef>
              <a:buClr>
                <a:srgbClr val="ffffff"/>
              </a:buClr>
              <a:buSzPct val="45000"/>
              <a:buFont typeface="Wingdings" charset="2"/>
              <a:buChar char=""/>
            </a:pPr>
            <a:r>
              <a:rPr b="0" lang="en-US" sz="2000" spc="-1" strike="noStrike">
                <a:solidFill>
                  <a:srgbClr val="ffffff"/>
                </a:solidFill>
                <a:latin typeface="Arial"/>
              </a:rPr>
              <a:t>Sixth Outline Level</a:t>
            </a:r>
            <a:endParaRPr b="0" lang="en-US" sz="2000" spc="-1" strike="noStrike">
              <a:solidFill>
                <a:srgbClr val="ffffff"/>
              </a:solidFill>
              <a:latin typeface="Arial"/>
            </a:endParaRPr>
          </a:p>
          <a:p>
            <a:pPr lvl="6" marL="3024000" indent="-216000">
              <a:spcBef>
                <a:spcPts val="283"/>
              </a:spcBef>
              <a:buClr>
                <a:srgbClr val="ffffff"/>
              </a:buClr>
              <a:buSzPct val="45000"/>
              <a:buFont typeface="Wingdings" charset="2"/>
              <a:buChar char=""/>
            </a:pPr>
            <a:r>
              <a:rPr b="0" lang="en-US" sz="2000" spc="-1" strike="noStrike">
                <a:solidFill>
                  <a:srgbClr val="ffffff"/>
                </a:solidFill>
                <a:latin typeface="Arial"/>
              </a:rPr>
              <a:t>Seventh Outline Level</a:t>
            </a:r>
            <a:endParaRPr b="0" lang="en-US" sz="2000" spc="-1" strike="noStrike">
              <a:solidFill>
                <a:srgbClr val="ffffff"/>
              </a:solidFill>
              <a:latin typeface="Arial"/>
            </a:endParaRPr>
          </a:p>
        </p:txBody>
      </p:sp>
    </p:spTree>
  </p:cSld>
  <p:clrMap bg1="lt1" bg2="lt2" tx1="dk1" tx2="dk2" accent1="accent1" accent2="accent2" accent3="accent3" accent4="accent4" accent5="accent5" accent6="accent6" hlink="hlink" folHlink="folHlink"/>
  <p:sldLayoutIdLst>
    <p:sldLayoutId id="2147483659" r:id="rId3"/>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20" name="Image 0" descr="preencoded.png"/>
          <p:cNvPicPr/>
          <p:nvPr/>
        </p:nvPicPr>
        <p:blipFill>
          <a:blip r:embed="rId2"/>
          <a:stretch/>
        </p:blipFill>
        <p:spPr>
          <a:xfrm>
            <a:off x="0" y="0"/>
            <a:ext cx="14629680" cy="8228880"/>
          </a:xfrm>
          <a:prstGeom prst="rect">
            <a:avLst/>
          </a:prstGeom>
          <a:ln w="0">
            <a:noFill/>
          </a:ln>
        </p:spPr>
      </p:pic>
      <p:sp>
        <p:nvSpPr>
          <p:cNvPr id="21" name="Shape 0"/>
          <p:cNvSpPr/>
          <p:nvPr/>
        </p:nvSpPr>
        <p:spPr>
          <a:xfrm>
            <a:off x="0" y="0"/>
            <a:ext cx="14629680" cy="8228880"/>
          </a:xfrm>
          <a:prstGeom prst="rect">
            <a:avLst/>
          </a:prstGeom>
          <a:solidFill>
            <a:srgbClr val="00002e">
              <a:alpha val="75000"/>
            </a:srgbClr>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2"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rgbClr val="ffffff"/>
                </a:solidFill>
                <a:latin typeface="Arial"/>
              </a:rPr>
              <a:t>Click to edit the title text format</a:t>
            </a:r>
            <a:endParaRPr b="0" lang="en-US" sz="4400" spc="-1" strike="noStrike">
              <a:solidFill>
                <a:srgbClr val="ffffff"/>
              </a:solidFill>
              <a:latin typeface="Arial"/>
            </a:endParaRPr>
          </a:p>
        </p:txBody>
      </p:sp>
      <p:sp>
        <p:nvSpPr>
          <p:cNvPr id="23"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en-US" sz="3200" spc="-1" strike="noStrike">
                <a:solidFill>
                  <a:srgbClr val="ffffff"/>
                </a:solidFill>
                <a:latin typeface="Arial"/>
              </a:rPr>
              <a:t>Click to edit the outline text format</a:t>
            </a:r>
            <a:endParaRPr b="0" lang="en-US" sz="3200" spc="-1" strike="noStrike">
              <a:solidFill>
                <a:srgbClr val="ffffff"/>
              </a:solidFill>
              <a:latin typeface="Arial"/>
            </a:endParaRPr>
          </a:p>
          <a:p>
            <a:pPr lvl="1" marL="864000" indent="-324000">
              <a:spcBef>
                <a:spcPts val="1134"/>
              </a:spcBef>
              <a:buClr>
                <a:srgbClr val="ffffff"/>
              </a:buClr>
              <a:buSzPct val="75000"/>
              <a:buFont typeface="Symbol" charset="2"/>
              <a:buChar char=""/>
            </a:pPr>
            <a:r>
              <a:rPr b="0" lang="en-US" sz="2800" spc="-1" strike="noStrike">
                <a:solidFill>
                  <a:srgbClr val="ffffff"/>
                </a:solidFill>
                <a:latin typeface="Arial"/>
              </a:rPr>
              <a:t>Second Outline Level</a:t>
            </a:r>
            <a:endParaRPr b="0" lang="en-US" sz="2800" spc="-1" strike="noStrike">
              <a:solidFill>
                <a:srgbClr val="ffffff"/>
              </a:solidFill>
              <a:latin typeface="Arial"/>
            </a:endParaRPr>
          </a:p>
          <a:p>
            <a:pPr lvl="2" marL="1296000" indent="-288000">
              <a:spcBef>
                <a:spcPts val="850"/>
              </a:spcBef>
              <a:buClr>
                <a:srgbClr val="ffffff"/>
              </a:buClr>
              <a:buSzPct val="45000"/>
              <a:buFont typeface="Wingdings" charset="2"/>
              <a:buChar char=""/>
            </a:pPr>
            <a:r>
              <a:rPr b="0" lang="en-US" sz="2400" spc="-1" strike="noStrike">
                <a:solidFill>
                  <a:srgbClr val="ffffff"/>
                </a:solidFill>
                <a:latin typeface="Arial"/>
              </a:rPr>
              <a:t>Third Outline Level</a:t>
            </a:r>
            <a:endParaRPr b="0" lang="en-US" sz="2400" spc="-1" strike="noStrike">
              <a:solidFill>
                <a:srgbClr val="ffffff"/>
              </a:solidFill>
              <a:latin typeface="Arial"/>
            </a:endParaRPr>
          </a:p>
          <a:p>
            <a:pPr lvl="3" marL="1728000" indent="-216000">
              <a:spcBef>
                <a:spcPts val="567"/>
              </a:spcBef>
              <a:buClr>
                <a:srgbClr val="ffffff"/>
              </a:buClr>
              <a:buSzPct val="75000"/>
              <a:buFont typeface="Symbol" charset="2"/>
              <a:buChar char=""/>
            </a:pPr>
            <a:r>
              <a:rPr b="0" lang="en-US" sz="2000" spc="-1" strike="noStrike">
                <a:solidFill>
                  <a:srgbClr val="ffffff"/>
                </a:solidFill>
                <a:latin typeface="Arial"/>
              </a:rPr>
              <a:t>Fourth Outline Level</a:t>
            </a:r>
            <a:endParaRPr b="0" lang="en-US" sz="2000" spc="-1" strike="noStrike">
              <a:solidFill>
                <a:srgbClr val="ffffff"/>
              </a:solidFill>
              <a:latin typeface="Arial"/>
            </a:endParaRPr>
          </a:p>
          <a:p>
            <a:pPr lvl="4" marL="2160000" indent="-216000">
              <a:spcBef>
                <a:spcPts val="283"/>
              </a:spcBef>
              <a:buClr>
                <a:srgbClr val="ffffff"/>
              </a:buClr>
              <a:buSzPct val="45000"/>
              <a:buFont typeface="Wingdings" charset="2"/>
              <a:buChar char=""/>
            </a:pPr>
            <a:r>
              <a:rPr b="0" lang="en-US" sz="2000" spc="-1" strike="noStrike">
                <a:solidFill>
                  <a:srgbClr val="ffffff"/>
                </a:solidFill>
                <a:latin typeface="Arial"/>
              </a:rPr>
              <a:t>Fifth Outline Level</a:t>
            </a:r>
            <a:endParaRPr b="0" lang="en-US" sz="2000" spc="-1" strike="noStrike">
              <a:solidFill>
                <a:srgbClr val="ffffff"/>
              </a:solidFill>
              <a:latin typeface="Arial"/>
            </a:endParaRPr>
          </a:p>
          <a:p>
            <a:pPr lvl="5" marL="2592000" indent="-216000">
              <a:spcBef>
                <a:spcPts val="283"/>
              </a:spcBef>
              <a:buClr>
                <a:srgbClr val="ffffff"/>
              </a:buClr>
              <a:buSzPct val="45000"/>
              <a:buFont typeface="Wingdings" charset="2"/>
              <a:buChar char=""/>
            </a:pPr>
            <a:r>
              <a:rPr b="0" lang="en-US" sz="2000" spc="-1" strike="noStrike">
                <a:solidFill>
                  <a:srgbClr val="ffffff"/>
                </a:solidFill>
                <a:latin typeface="Arial"/>
              </a:rPr>
              <a:t>Sixth Outline Level</a:t>
            </a:r>
            <a:endParaRPr b="0" lang="en-US" sz="2000" spc="-1" strike="noStrike">
              <a:solidFill>
                <a:srgbClr val="ffffff"/>
              </a:solidFill>
              <a:latin typeface="Arial"/>
            </a:endParaRPr>
          </a:p>
          <a:p>
            <a:pPr lvl="6" marL="3024000" indent="-216000">
              <a:spcBef>
                <a:spcPts val="283"/>
              </a:spcBef>
              <a:buClr>
                <a:srgbClr val="ffffff"/>
              </a:buClr>
              <a:buSzPct val="45000"/>
              <a:buFont typeface="Wingdings" charset="2"/>
              <a:buChar char=""/>
            </a:pPr>
            <a:r>
              <a:rPr b="0" lang="en-US" sz="2000" spc="-1" strike="noStrike">
                <a:solidFill>
                  <a:srgbClr val="ffffff"/>
                </a:solidFill>
                <a:latin typeface="Arial"/>
              </a:rPr>
              <a:t>Seventh Outline Level</a:t>
            </a:r>
            <a:endParaRPr b="0" lang="en-US" sz="2000" spc="-1" strike="noStrike">
              <a:solidFill>
                <a:srgbClr val="ffffff"/>
              </a:solidFill>
              <a:latin typeface="Arial"/>
            </a:endParaRPr>
          </a:p>
        </p:txBody>
      </p:sp>
    </p:spTree>
  </p:cSld>
  <p:clrMap bg1="lt1" bg2="lt2" tx1="dk1" tx2="dk2" accent1="accent1" accent2="accent2" accent3="accent3" accent4="accent4" accent5="accent5" accent6="accent6" hlink="hlink" folHlink="folHlink"/>
  <p:sldLayoutIdLst>
    <p:sldLayoutId id="2147483661" r:id="rId3"/>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24" name="Image 0" descr="preencoded.png"/>
          <p:cNvPicPr/>
          <p:nvPr/>
        </p:nvPicPr>
        <p:blipFill>
          <a:blip r:embed="rId2"/>
          <a:stretch/>
        </p:blipFill>
        <p:spPr>
          <a:xfrm>
            <a:off x="0" y="0"/>
            <a:ext cx="14629680" cy="8228880"/>
          </a:xfrm>
          <a:prstGeom prst="rect">
            <a:avLst/>
          </a:prstGeom>
          <a:ln w="0">
            <a:noFill/>
          </a:ln>
        </p:spPr>
      </p:pic>
      <p:sp>
        <p:nvSpPr>
          <p:cNvPr id="25" name="Shape 0"/>
          <p:cNvSpPr/>
          <p:nvPr/>
        </p:nvSpPr>
        <p:spPr>
          <a:xfrm>
            <a:off x="0" y="0"/>
            <a:ext cx="14629680" cy="8228880"/>
          </a:xfrm>
          <a:prstGeom prst="rect">
            <a:avLst/>
          </a:prstGeom>
          <a:solidFill>
            <a:srgbClr val="00002e">
              <a:alpha val="75000"/>
            </a:srgbClr>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rgbClr val="ffffff"/>
                </a:solidFill>
                <a:latin typeface="Arial"/>
              </a:rPr>
              <a:t>Click to edit the title text format</a:t>
            </a:r>
            <a:endParaRPr b="0" lang="en-US" sz="4400" spc="-1" strike="noStrike">
              <a:solidFill>
                <a:srgbClr val="ffffff"/>
              </a:solidFill>
              <a:latin typeface="Arial"/>
            </a:endParaRPr>
          </a:p>
        </p:txBody>
      </p:sp>
      <p:sp>
        <p:nvSpPr>
          <p:cNvPr id="27"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en-US" sz="3200" spc="-1" strike="noStrike">
                <a:solidFill>
                  <a:srgbClr val="ffffff"/>
                </a:solidFill>
                <a:latin typeface="Arial"/>
              </a:rPr>
              <a:t>Click to edit the outline text format</a:t>
            </a:r>
            <a:endParaRPr b="0" lang="en-US" sz="3200" spc="-1" strike="noStrike">
              <a:solidFill>
                <a:srgbClr val="ffffff"/>
              </a:solidFill>
              <a:latin typeface="Arial"/>
            </a:endParaRPr>
          </a:p>
          <a:p>
            <a:pPr lvl="1" marL="864000" indent="-324000">
              <a:spcBef>
                <a:spcPts val="1134"/>
              </a:spcBef>
              <a:buClr>
                <a:srgbClr val="ffffff"/>
              </a:buClr>
              <a:buSzPct val="75000"/>
              <a:buFont typeface="Symbol" charset="2"/>
              <a:buChar char=""/>
            </a:pPr>
            <a:r>
              <a:rPr b="0" lang="en-US" sz="2800" spc="-1" strike="noStrike">
                <a:solidFill>
                  <a:srgbClr val="ffffff"/>
                </a:solidFill>
                <a:latin typeface="Arial"/>
              </a:rPr>
              <a:t>Second Outline Level</a:t>
            </a:r>
            <a:endParaRPr b="0" lang="en-US" sz="2800" spc="-1" strike="noStrike">
              <a:solidFill>
                <a:srgbClr val="ffffff"/>
              </a:solidFill>
              <a:latin typeface="Arial"/>
            </a:endParaRPr>
          </a:p>
          <a:p>
            <a:pPr lvl="2" marL="1296000" indent="-288000">
              <a:spcBef>
                <a:spcPts val="850"/>
              </a:spcBef>
              <a:buClr>
                <a:srgbClr val="ffffff"/>
              </a:buClr>
              <a:buSzPct val="45000"/>
              <a:buFont typeface="Wingdings" charset="2"/>
              <a:buChar char=""/>
            </a:pPr>
            <a:r>
              <a:rPr b="0" lang="en-US" sz="2400" spc="-1" strike="noStrike">
                <a:solidFill>
                  <a:srgbClr val="ffffff"/>
                </a:solidFill>
                <a:latin typeface="Arial"/>
              </a:rPr>
              <a:t>Third Outline Level</a:t>
            </a:r>
            <a:endParaRPr b="0" lang="en-US" sz="2400" spc="-1" strike="noStrike">
              <a:solidFill>
                <a:srgbClr val="ffffff"/>
              </a:solidFill>
              <a:latin typeface="Arial"/>
            </a:endParaRPr>
          </a:p>
          <a:p>
            <a:pPr lvl="3" marL="1728000" indent="-216000">
              <a:spcBef>
                <a:spcPts val="567"/>
              </a:spcBef>
              <a:buClr>
                <a:srgbClr val="ffffff"/>
              </a:buClr>
              <a:buSzPct val="75000"/>
              <a:buFont typeface="Symbol" charset="2"/>
              <a:buChar char=""/>
            </a:pPr>
            <a:r>
              <a:rPr b="0" lang="en-US" sz="2000" spc="-1" strike="noStrike">
                <a:solidFill>
                  <a:srgbClr val="ffffff"/>
                </a:solidFill>
                <a:latin typeface="Arial"/>
              </a:rPr>
              <a:t>Fourth Outline Level</a:t>
            </a:r>
            <a:endParaRPr b="0" lang="en-US" sz="2000" spc="-1" strike="noStrike">
              <a:solidFill>
                <a:srgbClr val="ffffff"/>
              </a:solidFill>
              <a:latin typeface="Arial"/>
            </a:endParaRPr>
          </a:p>
          <a:p>
            <a:pPr lvl="4" marL="2160000" indent="-216000">
              <a:spcBef>
                <a:spcPts val="283"/>
              </a:spcBef>
              <a:buClr>
                <a:srgbClr val="ffffff"/>
              </a:buClr>
              <a:buSzPct val="45000"/>
              <a:buFont typeface="Wingdings" charset="2"/>
              <a:buChar char=""/>
            </a:pPr>
            <a:r>
              <a:rPr b="0" lang="en-US" sz="2000" spc="-1" strike="noStrike">
                <a:solidFill>
                  <a:srgbClr val="ffffff"/>
                </a:solidFill>
                <a:latin typeface="Arial"/>
              </a:rPr>
              <a:t>Fifth Outline Level</a:t>
            </a:r>
            <a:endParaRPr b="0" lang="en-US" sz="2000" spc="-1" strike="noStrike">
              <a:solidFill>
                <a:srgbClr val="ffffff"/>
              </a:solidFill>
              <a:latin typeface="Arial"/>
            </a:endParaRPr>
          </a:p>
          <a:p>
            <a:pPr lvl="5" marL="2592000" indent="-216000">
              <a:spcBef>
                <a:spcPts val="283"/>
              </a:spcBef>
              <a:buClr>
                <a:srgbClr val="ffffff"/>
              </a:buClr>
              <a:buSzPct val="45000"/>
              <a:buFont typeface="Wingdings" charset="2"/>
              <a:buChar char=""/>
            </a:pPr>
            <a:r>
              <a:rPr b="0" lang="en-US" sz="2000" spc="-1" strike="noStrike">
                <a:solidFill>
                  <a:srgbClr val="ffffff"/>
                </a:solidFill>
                <a:latin typeface="Arial"/>
              </a:rPr>
              <a:t>Sixth Outline Level</a:t>
            </a:r>
            <a:endParaRPr b="0" lang="en-US" sz="2000" spc="-1" strike="noStrike">
              <a:solidFill>
                <a:srgbClr val="ffffff"/>
              </a:solidFill>
              <a:latin typeface="Arial"/>
            </a:endParaRPr>
          </a:p>
          <a:p>
            <a:pPr lvl="6" marL="3024000" indent="-216000">
              <a:spcBef>
                <a:spcPts val="283"/>
              </a:spcBef>
              <a:buClr>
                <a:srgbClr val="ffffff"/>
              </a:buClr>
              <a:buSzPct val="45000"/>
              <a:buFont typeface="Wingdings" charset="2"/>
              <a:buChar char=""/>
            </a:pPr>
            <a:r>
              <a:rPr b="0" lang="en-US" sz="2000" spc="-1" strike="noStrike">
                <a:solidFill>
                  <a:srgbClr val="ffffff"/>
                </a:solidFill>
                <a:latin typeface="Arial"/>
              </a:rPr>
              <a:t>Seventh Outline Level</a:t>
            </a:r>
            <a:endParaRPr b="0" lang="en-US" sz="2000" spc="-1" strike="noStrike">
              <a:solidFill>
                <a:srgbClr val="ffffff"/>
              </a:solidFill>
              <a:latin typeface="Arial"/>
            </a:endParaRPr>
          </a:p>
        </p:txBody>
      </p:sp>
    </p:spTree>
  </p:cSld>
  <p:clrMap bg1="lt1" bg2="lt2" tx1="dk1" tx2="dk2" accent1="accent1" accent2="accent2" accent3="accent3" accent4="accent4" accent5="accent5" accent6="accent6" hlink="hlink" folHlink="folHlink"/>
  <p:sldLayoutIdLst>
    <p:sldLayoutId id="2147483663" r:id="rId3"/>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28" name="Image 0" descr="preencoded.png"/>
          <p:cNvPicPr/>
          <p:nvPr/>
        </p:nvPicPr>
        <p:blipFill>
          <a:blip r:embed="rId2"/>
          <a:stretch/>
        </p:blipFill>
        <p:spPr>
          <a:xfrm>
            <a:off x="0" y="0"/>
            <a:ext cx="14629680" cy="8228880"/>
          </a:xfrm>
          <a:prstGeom prst="rect">
            <a:avLst/>
          </a:prstGeom>
          <a:ln w="0">
            <a:noFill/>
          </a:ln>
        </p:spPr>
      </p:pic>
      <p:sp>
        <p:nvSpPr>
          <p:cNvPr id="29" name="Shape 0"/>
          <p:cNvSpPr/>
          <p:nvPr/>
        </p:nvSpPr>
        <p:spPr>
          <a:xfrm>
            <a:off x="0" y="0"/>
            <a:ext cx="14629680" cy="8228880"/>
          </a:xfrm>
          <a:prstGeom prst="rect">
            <a:avLst/>
          </a:prstGeom>
          <a:solidFill>
            <a:srgbClr val="00002e">
              <a:alpha val="75000"/>
            </a:srgbClr>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0"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rgbClr val="ffffff"/>
                </a:solidFill>
                <a:latin typeface="Arial"/>
              </a:rPr>
              <a:t>Click to edit the title text format</a:t>
            </a:r>
            <a:endParaRPr b="0" lang="en-US" sz="4400" spc="-1" strike="noStrike">
              <a:solidFill>
                <a:srgbClr val="ffffff"/>
              </a:solidFill>
              <a:latin typeface="Arial"/>
            </a:endParaRPr>
          </a:p>
        </p:txBody>
      </p:sp>
      <p:sp>
        <p:nvSpPr>
          <p:cNvPr id="31"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en-US" sz="3200" spc="-1" strike="noStrike">
                <a:solidFill>
                  <a:srgbClr val="ffffff"/>
                </a:solidFill>
                <a:latin typeface="Arial"/>
              </a:rPr>
              <a:t>Click to edit the outline text format</a:t>
            </a:r>
            <a:endParaRPr b="0" lang="en-US" sz="3200" spc="-1" strike="noStrike">
              <a:solidFill>
                <a:srgbClr val="ffffff"/>
              </a:solidFill>
              <a:latin typeface="Arial"/>
            </a:endParaRPr>
          </a:p>
          <a:p>
            <a:pPr lvl="1" marL="864000" indent="-324000">
              <a:spcBef>
                <a:spcPts val="1134"/>
              </a:spcBef>
              <a:buClr>
                <a:srgbClr val="ffffff"/>
              </a:buClr>
              <a:buSzPct val="75000"/>
              <a:buFont typeface="Symbol" charset="2"/>
              <a:buChar char=""/>
            </a:pPr>
            <a:r>
              <a:rPr b="0" lang="en-US" sz="2800" spc="-1" strike="noStrike">
                <a:solidFill>
                  <a:srgbClr val="ffffff"/>
                </a:solidFill>
                <a:latin typeface="Arial"/>
              </a:rPr>
              <a:t>Second Outline Level</a:t>
            </a:r>
            <a:endParaRPr b="0" lang="en-US" sz="2800" spc="-1" strike="noStrike">
              <a:solidFill>
                <a:srgbClr val="ffffff"/>
              </a:solidFill>
              <a:latin typeface="Arial"/>
            </a:endParaRPr>
          </a:p>
          <a:p>
            <a:pPr lvl="2" marL="1296000" indent="-288000">
              <a:spcBef>
                <a:spcPts val="850"/>
              </a:spcBef>
              <a:buClr>
                <a:srgbClr val="ffffff"/>
              </a:buClr>
              <a:buSzPct val="45000"/>
              <a:buFont typeface="Wingdings" charset="2"/>
              <a:buChar char=""/>
            </a:pPr>
            <a:r>
              <a:rPr b="0" lang="en-US" sz="2400" spc="-1" strike="noStrike">
                <a:solidFill>
                  <a:srgbClr val="ffffff"/>
                </a:solidFill>
                <a:latin typeface="Arial"/>
              </a:rPr>
              <a:t>Third Outline Level</a:t>
            </a:r>
            <a:endParaRPr b="0" lang="en-US" sz="2400" spc="-1" strike="noStrike">
              <a:solidFill>
                <a:srgbClr val="ffffff"/>
              </a:solidFill>
              <a:latin typeface="Arial"/>
            </a:endParaRPr>
          </a:p>
          <a:p>
            <a:pPr lvl="3" marL="1728000" indent="-216000">
              <a:spcBef>
                <a:spcPts val="567"/>
              </a:spcBef>
              <a:buClr>
                <a:srgbClr val="ffffff"/>
              </a:buClr>
              <a:buSzPct val="75000"/>
              <a:buFont typeface="Symbol" charset="2"/>
              <a:buChar char=""/>
            </a:pPr>
            <a:r>
              <a:rPr b="0" lang="en-US" sz="2000" spc="-1" strike="noStrike">
                <a:solidFill>
                  <a:srgbClr val="ffffff"/>
                </a:solidFill>
                <a:latin typeface="Arial"/>
              </a:rPr>
              <a:t>Fourth Outline Level</a:t>
            </a:r>
            <a:endParaRPr b="0" lang="en-US" sz="2000" spc="-1" strike="noStrike">
              <a:solidFill>
                <a:srgbClr val="ffffff"/>
              </a:solidFill>
              <a:latin typeface="Arial"/>
            </a:endParaRPr>
          </a:p>
          <a:p>
            <a:pPr lvl="4" marL="2160000" indent="-216000">
              <a:spcBef>
                <a:spcPts val="283"/>
              </a:spcBef>
              <a:buClr>
                <a:srgbClr val="ffffff"/>
              </a:buClr>
              <a:buSzPct val="45000"/>
              <a:buFont typeface="Wingdings" charset="2"/>
              <a:buChar char=""/>
            </a:pPr>
            <a:r>
              <a:rPr b="0" lang="en-US" sz="2000" spc="-1" strike="noStrike">
                <a:solidFill>
                  <a:srgbClr val="ffffff"/>
                </a:solidFill>
                <a:latin typeface="Arial"/>
              </a:rPr>
              <a:t>Fifth Outline Level</a:t>
            </a:r>
            <a:endParaRPr b="0" lang="en-US" sz="2000" spc="-1" strike="noStrike">
              <a:solidFill>
                <a:srgbClr val="ffffff"/>
              </a:solidFill>
              <a:latin typeface="Arial"/>
            </a:endParaRPr>
          </a:p>
          <a:p>
            <a:pPr lvl="5" marL="2592000" indent="-216000">
              <a:spcBef>
                <a:spcPts val="283"/>
              </a:spcBef>
              <a:buClr>
                <a:srgbClr val="ffffff"/>
              </a:buClr>
              <a:buSzPct val="45000"/>
              <a:buFont typeface="Wingdings" charset="2"/>
              <a:buChar char=""/>
            </a:pPr>
            <a:r>
              <a:rPr b="0" lang="en-US" sz="2000" spc="-1" strike="noStrike">
                <a:solidFill>
                  <a:srgbClr val="ffffff"/>
                </a:solidFill>
                <a:latin typeface="Arial"/>
              </a:rPr>
              <a:t>Sixth Outline Level</a:t>
            </a:r>
            <a:endParaRPr b="0" lang="en-US" sz="2000" spc="-1" strike="noStrike">
              <a:solidFill>
                <a:srgbClr val="ffffff"/>
              </a:solidFill>
              <a:latin typeface="Arial"/>
            </a:endParaRPr>
          </a:p>
          <a:p>
            <a:pPr lvl="6" marL="3024000" indent="-216000">
              <a:spcBef>
                <a:spcPts val="283"/>
              </a:spcBef>
              <a:buClr>
                <a:srgbClr val="ffffff"/>
              </a:buClr>
              <a:buSzPct val="45000"/>
              <a:buFont typeface="Wingdings" charset="2"/>
              <a:buChar char=""/>
            </a:pPr>
            <a:r>
              <a:rPr b="0" lang="en-US" sz="2000" spc="-1" strike="noStrike">
                <a:solidFill>
                  <a:srgbClr val="ffffff"/>
                </a:solidFill>
                <a:latin typeface="Arial"/>
              </a:rPr>
              <a:t>Seventh Outline Level</a:t>
            </a:r>
            <a:endParaRPr b="0" lang="en-US" sz="2000" spc="-1" strike="noStrike">
              <a:solidFill>
                <a:srgbClr val="ffffff"/>
              </a:solidFill>
              <a:latin typeface="Arial"/>
            </a:endParaRPr>
          </a:p>
        </p:txBody>
      </p:sp>
    </p:spTree>
  </p:cSld>
  <p:clrMap bg1="lt1" bg2="lt2" tx1="dk1" tx2="dk2" accent1="accent1" accent2="accent2" accent3="accent3" accent4="accent4" accent5="accent5" accent6="accent6" hlink="hlink" folHlink="folHlink"/>
  <p:sldLayoutIdLst>
    <p:sldLayoutId id="2147483665" r:id="rId3"/>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32" name="Image 0" descr="preencoded.png"/>
          <p:cNvPicPr/>
          <p:nvPr/>
        </p:nvPicPr>
        <p:blipFill>
          <a:blip r:embed="rId2"/>
          <a:stretch/>
        </p:blipFill>
        <p:spPr>
          <a:xfrm>
            <a:off x="0" y="0"/>
            <a:ext cx="14629680" cy="8228880"/>
          </a:xfrm>
          <a:prstGeom prst="rect">
            <a:avLst/>
          </a:prstGeom>
          <a:ln w="0">
            <a:noFill/>
          </a:ln>
        </p:spPr>
      </p:pic>
      <p:sp>
        <p:nvSpPr>
          <p:cNvPr id="33" name="Shape 0"/>
          <p:cNvSpPr/>
          <p:nvPr/>
        </p:nvSpPr>
        <p:spPr>
          <a:xfrm>
            <a:off x="0" y="0"/>
            <a:ext cx="14629680" cy="8228880"/>
          </a:xfrm>
          <a:prstGeom prst="rect">
            <a:avLst/>
          </a:prstGeom>
          <a:solidFill>
            <a:srgbClr val="00002e">
              <a:alpha val="75000"/>
            </a:srgbClr>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4"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rgbClr val="ffffff"/>
                </a:solidFill>
                <a:latin typeface="Arial"/>
              </a:rPr>
              <a:t>Click to edit the title text format</a:t>
            </a:r>
            <a:endParaRPr b="0" lang="en-US" sz="4400" spc="-1" strike="noStrike">
              <a:solidFill>
                <a:srgbClr val="ffffff"/>
              </a:solidFill>
              <a:latin typeface="Arial"/>
            </a:endParaRPr>
          </a:p>
        </p:txBody>
      </p:sp>
      <p:sp>
        <p:nvSpPr>
          <p:cNvPr id="35"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en-US" sz="3200" spc="-1" strike="noStrike">
                <a:solidFill>
                  <a:srgbClr val="ffffff"/>
                </a:solidFill>
                <a:latin typeface="Arial"/>
              </a:rPr>
              <a:t>Click to edit the outline text format</a:t>
            </a:r>
            <a:endParaRPr b="0" lang="en-US" sz="3200" spc="-1" strike="noStrike">
              <a:solidFill>
                <a:srgbClr val="ffffff"/>
              </a:solidFill>
              <a:latin typeface="Arial"/>
            </a:endParaRPr>
          </a:p>
          <a:p>
            <a:pPr lvl="1" marL="864000" indent="-324000">
              <a:spcBef>
                <a:spcPts val="1134"/>
              </a:spcBef>
              <a:buClr>
                <a:srgbClr val="ffffff"/>
              </a:buClr>
              <a:buSzPct val="75000"/>
              <a:buFont typeface="Symbol" charset="2"/>
              <a:buChar char=""/>
            </a:pPr>
            <a:r>
              <a:rPr b="0" lang="en-US" sz="2800" spc="-1" strike="noStrike">
                <a:solidFill>
                  <a:srgbClr val="ffffff"/>
                </a:solidFill>
                <a:latin typeface="Arial"/>
              </a:rPr>
              <a:t>Second Outline Level</a:t>
            </a:r>
            <a:endParaRPr b="0" lang="en-US" sz="2800" spc="-1" strike="noStrike">
              <a:solidFill>
                <a:srgbClr val="ffffff"/>
              </a:solidFill>
              <a:latin typeface="Arial"/>
            </a:endParaRPr>
          </a:p>
          <a:p>
            <a:pPr lvl="2" marL="1296000" indent="-288000">
              <a:spcBef>
                <a:spcPts val="850"/>
              </a:spcBef>
              <a:buClr>
                <a:srgbClr val="ffffff"/>
              </a:buClr>
              <a:buSzPct val="45000"/>
              <a:buFont typeface="Wingdings" charset="2"/>
              <a:buChar char=""/>
            </a:pPr>
            <a:r>
              <a:rPr b="0" lang="en-US" sz="2400" spc="-1" strike="noStrike">
                <a:solidFill>
                  <a:srgbClr val="ffffff"/>
                </a:solidFill>
                <a:latin typeface="Arial"/>
              </a:rPr>
              <a:t>Third Outline Level</a:t>
            </a:r>
            <a:endParaRPr b="0" lang="en-US" sz="2400" spc="-1" strike="noStrike">
              <a:solidFill>
                <a:srgbClr val="ffffff"/>
              </a:solidFill>
              <a:latin typeface="Arial"/>
            </a:endParaRPr>
          </a:p>
          <a:p>
            <a:pPr lvl="3" marL="1728000" indent="-216000">
              <a:spcBef>
                <a:spcPts val="567"/>
              </a:spcBef>
              <a:buClr>
                <a:srgbClr val="ffffff"/>
              </a:buClr>
              <a:buSzPct val="75000"/>
              <a:buFont typeface="Symbol" charset="2"/>
              <a:buChar char=""/>
            </a:pPr>
            <a:r>
              <a:rPr b="0" lang="en-US" sz="2000" spc="-1" strike="noStrike">
                <a:solidFill>
                  <a:srgbClr val="ffffff"/>
                </a:solidFill>
                <a:latin typeface="Arial"/>
              </a:rPr>
              <a:t>Fourth Outline Level</a:t>
            </a:r>
            <a:endParaRPr b="0" lang="en-US" sz="2000" spc="-1" strike="noStrike">
              <a:solidFill>
                <a:srgbClr val="ffffff"/>
              </a:solidFill>
              <a:latin typeface="Arial"/>
            </a:endParaRPr>
          </a:p>
          <a:p>
            <a:pPr lvl="4" marL="2160000" indent="-216000">
              <a:spcBef>
                <a:spcPts val="283"/>
              </a:spcBef>
              <a:buClr>
                <a:srgbClr val="ffffff"/>
              </a:buClr>
              <a:buSzPct val="45000"/>
              <a:buFont typeface="Wingdings" charset="2"/>
              <a:buChar char=""/>
            </a:pPr>
            <a:r>
              <a:rPr b="0" lang="en-US" sz="2000" spc="-1" strike="noStrike">
                <a:solidFill>
                  <a:srgbClr val="ffffff"/>
                </a:solidFill>
                <a:latin typeface="Arial"/>
              </a:rPr>
              <a:t>Fifth Outline Level</a:t>
            </a:r>
            <a:endParaRPr b="0" lang="en-US" sz="2000" spc="-1" strike="noStrike">
              <a:solidFill>
                <a:srgbClr val="ffffff"/>
              </a:solidFill>
              <a:latin typeface="Arial"/>
            </a:endParaRPr>
          </a:p>
          <a:p>
            <a:pPr lvl="5" marL="2592000" indent="-216000">
              <a:spcBef>
                <a:spcPts val="283"/>
              </a:spcBef>
              <a:buClr>
                <a:srgbClr val="ffffff"/>
              </a:buClr>
              <a:buSzPct val="45000"/>
              <a:buFont typeface="Wingdings" charset="2"/>
              <a:buChar char=""/>
            </a:pPr>
            <a:r>
              <a:rPr b="0" lang="en-US" sz="2000" spc="-1" strike="noStrike">
                <a:solidFill>
                  <a:srgbClr val="ffffff"/>
                </a:solidFill>
                <a:latin typeface="Arial"/>
              </a:rPr>
              <a:t>Sixth Outline Level</a:t>
            </a:r>
            <a:endParaRPr b="0" lang="en-US" sz="2000" spc="-1" strike="noStrike">
              <a:solidFill>
                <a:srgbClr val="ffffff"/>
              </a:solidFill>
              <a:latin typeface="Arial"/>
            </a:endParaRPr>
          </a:p>
          <a:p>
            <a:pPr lvl="6" marL="3024000" indent="-216000">
              <a:spcBef>
                <a:spcPts val="283"/>
              </a:spcBef>
              <a:buClr>
                <a:srgbClr val="ffffff"/>
              </a:buClr>
              <a:buSzPct val="45000"/>
              <a:buFont typeface="Wingdings" charset="2"/>
              <a:buChar char=""/>
            </a:pPr>
            <a:r>
              <a:rPr b="0" lang="en-US" sz="2000" spc="-1" strike="noStrike">
                <a:solidFill>
                  <a:srgbClr val="ffffff"/>
                </a:solidFill>
                <a:latin typeface="Arial"/>
              </a:rPr>
              <a:t>Seventh Outline Level</a:t>
            </a:r>
            <a:endParaRPr b="0" lang="en-US" sz="2000" spc="-1" strike="noStrike">
              <a:solidFill>
                <a:srgbClr val="ffffff"/>
              </a:solidFill>
              <a:latin typeface="Arial"/>
            </a:endParaRPr>
          </a:p>
        </p:txBody>
      </p:sp>
    </p:spTree>
  </p:cSld>
  <p:clrMap bg1="lt1" bg2="lt2" tx1="dk1" tx2="dk2" accent1="accent1" accent2="accent2" accent3="accent3" accent4="accent4" accent5="accent5" accent6="accent6" hlink="hlink" folHlink="folHlink"/>
  <p:sldLayoutIdLst>
    <p:sldLayoutId id="2147483667" r:id="rId3"/>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36" name="Image 0" descr="preencoded.png"/>
          <p:cNvPicPr/>
          <p:nvPr/>
        </p:nvPicPr>
        <p:blipFill>
          <a:blip r:embed="rId2"/>
          <a:stretch/>
        </p:blipFill>
        <p:spPr>
          <a:xfrm>
            <a:off x="0" y="0"/>
            <a:ext cx="14629680" cy="8228880"/>
          </a:xfrm>
          <a:prstGeom prst="rect">
            <a:avLst/>
          </a:prstGeom>
          <a:ln w="0">
            <a:noFill/>
          </a:ln>
        </p:spPr>
      </p:pic>
      <p:sp>
        <p:nvSpPr>
          <p:cNvPr id="37" name="Shape 0"/>
          <p:cNvSpPr/>
          <p:nvPr/>
        </p:nvSpPr>
        <p:spPr>
          <a:xfrm>
            <a:off x="0" y="0"/>
            <a:ext cx="14629680" cy="8228880"/>
          </a:xfrm>
          <a:prstGeom prst="rect">
            <a:avLst/>
          </a:prstGeom>
          <a:solidFill>
            <a:srgbClr val="00002e">
              <a:alpha val="75000"/>
            </a:srgbClr>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8"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rgbClr val="ffffff"/>
                </a:solidFill>
                <a:latin typeface="Arial"/>
              </a:rPr>
              <a:t>Click to edit the title text format</a:t>
            </a:r>
            <a:endParaRPr b="0" lang="en-US" sz="4400" spc="-1" strike="noStrike">
              <a:solidFill>
                <a:srgbClr val="ffffff"/>
              </a:solidFill>
              <a:latin typeface="Arial"/>
            </a:endParaRPr>
          </a:p>
        </p:txBody>
      </p:sp>
      <p:sp>
        <p:nvSpPr>
          <p:cNvPr id="39"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en-US" sz="3200" spc="-1" strike="noStrike">
                <a:solidFill>
                  <a:srgbClr val="ffffff"/>
                </a:solidFill>
                <a:latin typeface="Arial"/>
              </a:rPr>
              <a:t>Click to edit the outline text format</a:t>
            </a:r>
            <a:endParaRPr b="0" lang="en-US" sz="3200" spc="-1" strike="noStrike">
              <a:solidFill>
                <a:srgbClr val="ffffff"/>
              </a:solidFill>
              <a:latin typeface="Arial"/>
            </a:endParaRPr>
          </a:p>
          <a:p>
            <a:pPr lvl="1" marL="864000" indent="-324000">
              <a:spcBef>
                <a:spcPts val="1134"/>
              </a:spcBef>
              <a:buClr>
                <a:srgbClr val="ffffff"/>
              </a:buClr>
              <a:buSzPct val="75000"/>
              <a:buFont typeface="Symbol" charset="2"/>
              <a:buChar char=""/>
            </a:pPr>
            <a:r>
              <a:rPr b="0" lang="en-US" sz="2800" spc="-1" strike="noStrike">
                <a:solidFill>
                  <a:srgbClr val="ffffff"/>
                </a:solidFill>
                <a:latin typeface="Arial"/>
              </a:rPr>
              <a:t>Second Outline Level</a:t>
            </a:r>
            <a:endParaRPr b="0" lang="en-US" sz="2800" spc="-1" strike="noStrike">
              <a:solidFill>
                <a:srgbClr val="ffffff"/>
              </a:solidFill>
              <a:latin typeface="Arial"/>
            </a:endParaRPr>
          </a:p>
          <a:p>
            <a:pPr lvl="2" marL="1296000" indent="-288000">
              <a:spcBef>
                <a:spcPts val="850"/>
              </a:spcBef>
              <a:buClr>
                <a:srgbClr val="ffffff"/>
              </a:buClr>
              <a:buSzPct val="45000"/>
              <a:buFont typeface="Wingdings" charset="2"/>
              <a:buChar char=""/>
            </a:pPr>
            <a:r>
              <a:rPr b="0" lang="en-US" sz="2400" spc="-1" strike="noStrike">
                <a:solidFill>
                  <a:srgbClr val="ffffff"/>
                </a:solidFill>
                <a:latin typeface="Arial"/>
              </a:rPr>
              <a:t>Third Outline Level</a:t>
            </a:r>
            <a:endParaRPr b="0" lang="en-US" sz="2400" spc="-1" strike="noStrike">
              <a:solidFill>
                <a:srgbClr val="ffffff"/>
              </a:solidFill>
              <a:latin typeface="Arial"/>
            </a:endParaRPr>
          </a:p>
          <a:p>
            <a:pPr lvl="3" marL="1728000" indent="-216000">
              <a:spcBef>
                <a:spcPts val="567"/>
              </a:spcBef>
              <a:buClr>
                <a:srgbClr val="ffffff"/>
              </a:buClr>
              <a:buSzPct val="75000"/>
              <a:buFont typeface="Symbol" charset="2"/>
              <a:buChar char=""/>
            </a:pPr>
            <a:r>
              <a:rPr b="0" lang="en-US" sz="2000" spc="-1" strike="noStrike">
                <a:solidFill>
                  <a:srgbClr val="ffffff"/>
                </a:solidFill>
                <a:latin typeface="Arial"/>
              </a:rPr>
              <a:t>Fourth Outline Level</a:t>
            </a:r>
            <a:endParaRPr b="0" lang="en-US" sz="2000" spc="-1" strike="noStrike">
              <a:solidFill>
                <a:srgbClr val="ffffff"/>
              </a:solidFill>
              <a:latin typeface="Arial"/>
            </a:endParaRPr>
          </a:p>
          <a:p>
            <a:pPr lvl="4" marL="2160000" indent="-216000">
              <a:spcBef>
                <a:spcPts val="283"/>
              </a:spcBef>
              <a:buClr>
                <a:srgbClr val="ffffff"/>
              </a:buClr>
              <a:buSzPct val="45000"/>
              <a:buFont typeface="Wingdings" charset="2"/>
              <a:buChar char=""/>
            </a:pPr>
            <a:r>
              <a:rPr b="0" lang="en-US" sz="2000" spc="-1" strike="noStrike">
                <a:solidFill>
                  <a:srgbClr val="ffffff"/>
                </a:solidFill>
                <a:latin typeface="Arial"/>
              </a:rPr>
              <a:t>Fifth Outline Level</a:t>
            </a:r>
            <a:endParaRPr b="0" lang="en-US" sz="2000" spc="-1" strike="noStrike">
              <a:solidFill>
                <a:srgbClr val="ffffff"/>
              </a:solidFill>
              <a:latin typeface="Arial"/>
            </a:endParaRPr>
          </a:p>
          <a:p>
            <a:pPr lvl="5" marL="2592000" indent="-216000">
              <a:spcBef>
                <a:spcPts val="283"/>
              </a:spcBef>
              <a:buClr>
                <a:srgbClr val="ffffff"/>
              </a:buClr>
              <a:buSzPct val="45000"/>
              <a:buFont typeface="Wingdings" charset="2"/>
              <a:buChar char=""/>
            </a:pPr>
            <a:r>
              <a:rPr b="0" lang="en-US" sz="2000" spc="-1" strike="noStrike">
                <a:solidFill>
                  <a:srgbClr val="ffffff"/>
                </a:solidFill>
                <a:latin typeface="Arial"/>
              </a:rPr>
              <a:t>Sixth Outline Level</a:t>
            </a:r>
            <a:endParaRPr b="0" lang="en-US" sz="2000" spc="-1" strike="noStrike">
              <a:solidFill>
                <a:srgbClr val="ffffff"/>
              </a:solidFill>
              <a:latin typeface="Arial"/>
            </a:endParaRPr>
          </a:p>
          <a:p>
            <a:pPr lvl="6" marL="3024000" indent="-216000">
              <a:spcBef>
                <a:spcPts val="283"/>
              </a:spcBef>
              <a:buClr>
                <a:srgbClr val="ffffff"/>
              </a:buClr>
              <a:buSzPct val="45000"/>
              <a:buFont typeface="Wingdings" charset="2"/>
              <a:buChar char=""/>
            </a:pPr>
            <a:r>
              <a:rPr b="0" lang="en-US" sz="2000" spc="-1" strike="noStrike">
                <a:solidFill>
                  <a:srgbClr val="ffffff"/>
                </a:solidFill>
                <a:latin typeface="Arial"/>
              </a:rPr>
              <a:t>Seventh Outline Level</a:t>
            </a:r>
            <a:endParaRPr b="0" lang="en-US" sz="2000" spc="-1" strike="noStrike">
              <a:solidFill>
                <a:srgbClr val="ffffff"/>
              </a:solidFill>
              <a:latin typeface="Arial"/>
            </a:endParaRPr>
          </a:p>
        </p:txBody>
      </p:sp>
    </p:spTree>
  </p:cSld>
  <p:clrMap bg1="lt1" bg2="lt2" tx1="dk1" tx2="dk2" accent1="accent1" accent2="accent2" accent3="accent3" accent4="accent4" accent5="accent5" accent6="accent6" hlink="hlink" folHlink="folHlink"/>
  <p:sldLayoutIdLst>
    <p:sldLayoutId id="2147483669" r:id="rId3"/>
  </p:sldLayoutIdLst>
</p:sldMaster>
</file>

<file path=ppt/slides/_rels/slide1.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4.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slideLayout" Target="../slideLayouts/slideLayout6.xml"/><Relationship Id="rId4"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png"/><Relationship Id="rId3" Type="http://schemas.openxmlformats.org/officeDocument/2006/relationships/slideLayout" Target="../slideLayouts/slideLayout9.xml"/><Relationship Id="rId4"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png"/><Relationship Id="rId3" Type="http://schemas.openxmlformats.org/officeDocument/2006/relationships/image" Target="../media/image9.svg"/><Relationship Id="rId4" Type="http://schemas.openxmlformats.org/officeDocument/2006/relationships/image" Target="../media/image10.png"/><Relationship Id="rId5" Type="http://schemas.openxmlformats.org/officeDocument/2006/relationships/image" Target="../media/image11.svg"/><Relationship Id="rId6" Type="http://schemas.openxmlformats.org/officeDocument/2006/relationships/image" Target="../media/image12.png"/><Relationship Id="rId7" Type="http://schemas.openxmlformats.org/officeDocument/2006/relationships/image" Target="../media/image13.svg"/><Relationship Id="rId8" Type="http://schemas.openxmlformats.org/officeDocument/2006/relationships/slideLayout" Target="../slideLayouts/slideLayout10.xml"/><Relationship Id="rId9"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image" Target="../media/image15.svg"/><Relationship Id="rId3" Type="http://schemas.openxmlformats.org/officeDocument/2006/relationships/image" Target="../media/image16.png"/><Relationship Id="rId4" Type="http://schemas.openxmlformats.org/officeDocument/2006/relationships/image" Target="../media/image17.svg"/><Relationship Id="rId5" Type="http://schemas.openxmlformats.org/officeDocument/2006/relationships/image" Target="../media/image18.png"/><Relationship Id="rId6" Type="http://schemas.openxmlformats.org/officeDocument/2006/relationships/slideLayout" Target="../slideLayouts/slideLayout11.xml"/><Relationship Id="rId7"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slideLayout" Target="../slideLayouts/slideLayout2.xml"/><Relationship Id="rId7"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6" name="Image 0" descr="preencoded.png"/>
          <p:cNvPicPr/>
          <p:nvPr/>
        </p:nvPicPr>
        <p:blipFill>
          <a:blip r:embed="rId1"/>
          <a:stretch/>
        </p:blipFill>
        <p:spPr>
          <a:xfrm>
            <a:off x="9144000" y="0"/>
            <a:ext cx="5485680" cy="8228880"/>
          </a:xfrm>
          <a:prstGeom prst="rect">
            <a:avLst/>
          </a:prstGeom>
          <a:ln w="0">
            <a:noFill/>
          </a:ln>
        </p:spPr>
      </p:pic>
      <p:sp>
        <p:nvSpPr>
          <p:cNvPr id="47" name="Text 0"/>
          <p:cNvSpPr/>
          <p:nvPr/>
        </p:nvSpPr>
        <p:spPr>
          <a:xfrm>
            <a:off x="837720" y="3029400"/>
            <a:ext cx="4927680" cy="615240"/>
          </a:xfrm>
          <a:prstGeom prst="rect">
            <a:avLst/>
          </a:prstGeom>
          <a:noFill/>
          <a:ln w="0">
            <a:noFill/>
          </a:ln>
        </p:spPr>
        <p:style>
          <a:lnRef idx="0"/>
          <a:fillRef idx="0"/>
          <a:effectRef idx="0"/>
          <a:fontRef idx="minor"/>
        </p:style>
        <p:txBody>
          <a:bodyPr wrap="none" lIns="0" rIns="0" tIns="0" bIns="0" anchor="t">
            <a:noAutofit/>
          </a:bodyPr>
          <a:p>
            <a:pPr>
              <a:lnSpc>
                <a:spcPts val="4850"/>
              </a:lnSpc>
              <a:tabLst>
                <a:tab algn="l" pos="0"/>
              </a:tabLst>
            </a:pPr>
            <a:r>
              <a:rPr b="0" lang="en-US" sz="3850" spc="-1" strike="noStrike">
                <a:solidFill>
                  <a:srgbClr val="ffffff"/>
                </a:solidFill>
                <a:latin typeface="Nunito Semi Bold"/>
                <a:ea typeface="Nunito Semi Bold"/>
              </a:rPr>
              <a:t>OSI Layer Emulator</a:t>
            </a:r>
            <a:endParaRPr b="0" lang="en-US" sz="3850" spc="-1" strike="noStrike">
              <a:solidFill>
                <a:srgbClr val="ffffff"/>
              </a:solidFill>
              <a:latin typeface="Arial"/>
            </a:endParaRPr>
          </a:p>
        </p:txBody>
      </p:sp>
      <p:sp>
        <p:nvSpPr>
          <p:cNvPr id="48" name="Text 1"/>
          <p:cNvSpPr/>
          <p:nvPr/>
        </p:nvSpPr>
        <p:spPr>
          <a:xfrm>
            <a:off x="837720" y="3959280"/>
            <a:ext cx="7467840" cy="334440"/>
          </a:xfrm>
          <a:prstGeom prst="rect">
            <a:avLst/>
          </a:prstGeom>
          <a:noFill/>
          <a:ln w="0">
            <a:noFill/>
          </a:ln>
        </p:spPr>
        <p:style>
          <a:lnRef idx="0"/>
          <a:fillRef idx="0"/>
          <a:effectRef idx="0"/>
          <a:fontRef idx="minor"/>
        </p:style>
        <p:txBody>
          <a:bodyPr wrap="none" lIns="0" rIns="0" tIns="0" bIns="0" anchor="t">
            <a:noAutofit/>
          </a:bodyPr>
          <a:p>
            <a:pPr>
              <a:lnSpc>
                <a:spcPts val="2599"/>
              </a:lnSpc>
              <a:tabLst>
                <a:tab algn="l" pos="0"/>
              </a:tabLst>
            </a:pPr>
            <a:r>
              <a:rPr b="0" lang="en-US" sz="1600" spc="-1" strike="noStrike">
                <a:solidFill>
                  <a:srgbClr val="ffffff"/>
                </a:solidFill>
                <a:latin typeface="PT Sans"/>
                <a:ea typeface="PT Sans"/>
              </a:rPr>
              <a:t>Interactive Encapsulation &amp; Signal Visualization</a:t>
            </a:r>
            <a:endParaRPr b="0" lang="en-US" sz="1600" spc="-1" strike="noStrike">
              <a:solidFill>
                <a:srgbClr val="ffffff"/>
              </a:solidFill>
              <a:latin typeface="Arial"/>
            </a:endParaRPr>
          </a:p>
        </p:txBody>
      </p:sp>
      <p:sp>
        <p:nvSpPr>
          <p:cNvPr id="49" name="Text 2"/>
          <p:cNvSpPr/>
          <p:nvPr/>
        </p:nvSpPr>
        <p:spPr>
          <a:xfrm>
            <a:off x="837720" y="4530240"/>
            <a:ext cx="7467840" cy="669240"/>
          </a:xfrm>
          <a:prstGeom prst="rect">
            <a:avLst/>
          </a:prstGeom>
          <a:noFill/>
          <a:ln w="0">
            <a:noFill/>
          </a:ln>
        </p:spPr>
        <p:style>
          <a:lnRef idx="0"/>
          <a:fillRef idx="0"/>
          <a:effectRef idx="0"/>
          <a:fontRef idx="minor"/>
        </p:style>
        <p:txBody>
          <a:bodyPr lIns="0" rIns="0" tIns="0" bIns="0" anchor="t">
            <a:noAutofit/>
          </a:bodyPr>
          <a:p>
            <a:pPr>
              <a:lnSpc>
                <a:spcPts val="2599"/>
              </a:lnSpc>
              <a:tabLst>
                <a:tab algn="l" pos="0"/>
              </a:tabLst>
            </a:pPr>
            <a:r>
              <a:rPr b="0" lang="en-US" sz="1600" spc="-1" strike="noStrike">
                <a:solidFill>
                  <a:srgbClr val="ffffff"/>
                </a:solidFill>
                <a:latin typeface="PT Sans"/>
                <a:ea typeface="PT Sans"/>
              </a:rPr>
              <a:t>A web-based simulation demonstrating the complete data encapsulation process through all seven layers of the OSI model, built with HTML, CSS, and JavaScript</a:t>
            </a:r>
            <a:endParaRPr b="0" lang="en-US" sz="16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 name="Text 0"/>
          <p:cNvSpPr/>
          <p:nvPr/>
        </p:nvSpPr>
        <p:spPr>
          <a:xfrm>
            <a:off x="837720" y="1703160"/>
            <a:ext cx="4927680" cy="615240"/>
          </a:xfrm>
          <a:prstGeom prst="rect">
            <a:avLst/>
          </a:prstGeom>
          <a:noFill/>
          <a:ln w="0">
            <a:noFill/>
          </a:ln>
        </p:spPr>
        <p:style>
          <a:lnRef idx="0"/>
          <a:fillRef idx="0"/>
          <a:effectRef idx="0"/>
          <a:fontRef idx="minor"/>
        </p:style>
        <p:txBody>
          <a:bodyPr wrap="none" lIns="0" rIns="0" tIns="0" bIns="0" anchor="t">
            <a:noAutofit/>
          </a:bodyPr>
          <a:p>
            <a:pPr>
              <a:lnSpc>
                <a:spcPts val="4850"/>
              </a:lnSpc>
              <a:tabLst>
                <a:tab algn="l" pos="0"/>
              </a:tabLst>
            </a:pPr>
            <a:r>
              <a:rPr b="0" lang="en-US" sz="3850" spc="-1" strike="noStrike">
                <a:solidFill>
                  <a:srgbClr val="ffffff"/>
                </a:solidFill>
                <a:latin typeface="Nunito Semi Bold"/>
                <a:ea typeface="Nunito Semi Bold"/>
              </a:rPr>
              <a:t>Project Objective</a:t>
            </a:r>
            <a:endParaRPr b="0" lang="en-US" sz="3850" spc="-1" strike="noStrike">
              <a:solidFill>
                <a:srgbClr val="ffffff"/>
              </a:solidFill>
              <a:latin typeface="Arial"/>
            </a:endParaRPr>
          </a:p>
        </p:txBody>
      </p:sp>
      <p:sp>
        <p:nvSpPr>
          <p:cNvPr id="51" name="Text 1"/>
          <p:cNvSpPr/>
          <p:nvPr/>
        </p:nvSpPr>
        <p:spPr>
          <a:xfrm>
            <a:off x="837720" y="2842560"/>
            <a:ext cx="4672800" cy="369000"/>
          </a:xfrm>
          <a:prstGeom prst="rect">
            <a:avLst/>
          </a:prstGeom>
          <a:noFill/>
          <a:ln w="0">
            <a:noFill/>
          </a:ln>
        </p:spPr>
        <p:style>
          <a:lnRef idx="0"/>
          <a:fillRef idx="0"/>
          <a:effectRef idx="0"/>
          <a:fontRef idx="minor"/>
        </p:style>
        <p:txBody>
          <a:bodyPr wrap="none" lIns="0" rIns="0" tIns="0" bIns="0" anchor="t">
            <a:noAutofit/>
          </a:bodyPr>
          <a:p>
            <a:pPr>
              <a:lnSpc>
                <a:spcPts val="2900"/>
              </a:lnSpc>
              <a:tabLst>
                <a:tab algn="l" pos="0"/>
              </a:tabLst>
            </a:pPr>
            <a:r>
              <a:rPr b="0" lang="en-US" sz="2300" spc="-1" strike="noStrike">
                <a:solidFill>
                  <a:srgbClr val="ffffff"/>
                </a:solidFill>
                <a:latin typeface="Nunito Semi Bold"/>
                <a:ea typeface="Nunito Semi Bold"/>
              </a:rPr>
              <a:t>Why the OSI Model is Challenging</a:t>
            </a:r>
            <a:endParaRPr b="0" lang="en-US" sz="2300" spc="-1" strike="noStrike">
              <a:solidFill>
                <a:srgbClr val="ffffff"/>
              </a:solidFill>
              <a:latin typeface="Arial"/>
            </a:endParaRPr>
          </a:p>
        </p:txBody>
      </p:sp>
      <p:sp>
        <p:nvSpPr>
          <p:cNvPr id="52" name="Text 2"/>
          <p:cNvSpPr/>
          <p:nvPr/>
        </p:nvSpPr>
        <p:spPr>
          <a:xfrm>
            <a:off x="837720" y="3421800"/>
            <a:ext cx="6221160" cy="1674360"/>
          </a:xfrm>
          <a:prstGeom prst="rect">
            <a:avLst/>
          </a:prstGeom>
          <a:noFill/>
          <a:ln w="0">
            <a:noFill/>
          </a:ln>
        </p:spPr>
        <p:style>
          <a:lnRef idx="0"/>
          <a:fillRef idx="0"/>
          <a:effectRef idx="0"/>
          <a:fontRef idx="minor"/>
        </p:style>
        <p:txBody>
          <a:bodyPr lIns="0" rIns="0" tIns="0" bIns="0" anchor="t">
            <a:noAutofit/>
          </a:bodyPr>
          <a:p>
            <a:pPr>
              <a:lnSpc>
                <a:spcPts val="2599"/>
              </a:lnSpc>
              <a:tabLst>
                <a:tab algn="l" pos="0"/>
              </a:tabLst>
            </a:pPr>
            <a:r>
              <a:rPr b="0" lang="en-US" sz="1600" spc="-1" strike="noStrike">
                <a:solidFill>
                  <a:srgbClr val="ffffff"/>
                </a:solidFill>
                <a:latin typeface="PT Sans"/>
                <a:ea typeface="PT Sans"/>
              </a:rPr>
              <a:t>Network students often struggle with abstract concepts in OSI theory. Textbooks describe each layer in isolation, but real networking requires understanding how data transforms as it passes through multiple layers simultaneously. The gap between theoretical knowledge and practical implementation remains significant.</a:t>
            </a:r>
            <a:endParaRPr b="0" lang="en-US" sz="1600" spc="-1" strike="noStrike">
              <a:solidFill>
                <a:srgbClr val="ffffff"/>
              </a:solidFill>
              <a:latin typeface="Arial"/>
            </a:endParaRPr>
          </a:p>
        </p:txBody>
      </p:sp>
      <p:sp>
        <p:nvSpPr>
          <p:cNvPr id="53" name="Text 3"/>
          <p:cNvSpPr/>
          <p:nvPr/>
        </p:nvSpPr>
        <p:spPr>
          <a:xfrm>
            <a:off x="7578360" y="2842560"/>
            <a:ext cx="3477240" cy="369000"/>
          </a:xfrm>
          <a:prstGeom prst="rect">
            <a:avLst/>
          </a:prstGeom>
          <a:noFill/>
          <a:ln w="0">
            <a:noFill/>
          </a:ln>
        </p:spPr>
        <p:style>
          <a:lnRef idx="0"/>
          <a:fillRef idx="0"/>
          <a:effectRef idx="0"/>
          <a:fontRef idx="minor"/>
        </p:style>
        <p:txBody>
          <a:bodyPr wrap="none" lIns="0" rIns="0" tIns="0" bIns="0" anchor="t">
            <a:noAutofit/>
          </a:bodyPr>
          <a:p>
            <a:pPr>
              <a:lnSpc>
                <a:spcPts val="2900"/>
              </a:lnSpc>
              <a:tabLst>
                <a:tab algn="l" pos="0"/>
              </a:tabLst>
            </a:pPr>
            <a:r>
              <a:rPr b="0" lang="en-US" sz="2300" spc="-1" strike="noStrike">
                <a:solidFill>
                  <a:srgbClr val="ffffff"/>
                </a:solidFill>
                <a:latin typeface="Nunito Semi Bold"/>
                <a:ea typeface="Nunito Semi Bold"/>
              </a:rPr>
              <a:t>How This Emulator Helps</a:t>
            </a:r>
            <a:endParaRPr b="0" lang="en-US" sz="2300" spc="-1" strike="noStrike">
              <a:solidFill>
                <a:srgbClr val="ffffff"/>
              </a:solidFill>
              <a:latin typeface="Arial"/>
            </a:endParaRPr>
          </a:p>
        </p:txBody>
      </p:sp>
      <p:sp>
        <p:nvSpPr>
          <p:cNvPr id="54" name="Text 4"/>
          <p:cNvSpPr/>
          <p:nvPr/>
        </p:nvSpPr>
        <p:spPr>
          <a:xfrm>
            <a:off x="7578360" y="3421800"/>
            <a:ext cx="6221160" cy="2009520"/>
          </a:xfrm>
          <a:prstGeom prst="rect">
            <a:avLst/>
          </a:prstGeom>
          <a:noFill/>
          <a:ln w="0">
            <a:noFill/>
          </a:ln>
        </p:spPr>
        <p:style>
          <a:lnRef idx="0"/>
          <a:fillRef idx="0"/>
          <a:effectRef idx="0"/>
          <a:fontRef idx="minor"/>
        </p:style>
        <p:txBody>
          <a:bodyPr lIns="0" rIns="0" tIns="0" bIns="0" anchor="t">
            <a:noAutofit/>
          </a:bodyPr>
          <a:p>
            <a:pPr>
              <a:lnSpc>
                <a:spcPts val="2599"/>
              </a:lnSpc>
              <a:tabLst>
                <a:tab algn="l" pos="0"/>
              </a:tabLst>
            </a:pPr>
            <a:r>
              <a:rPr b="0" lang="en-US" sz="1600" spc="-1" strike="noStrike">
                <a:solidFill>
                  <a:srgbClr val="ffffff"/>
                </a:solidFill>
                <a:latin typeface="PT Sans"/>
                <a:ea typeface="PT Sans"/>
              </a:rPr>
              <a:t>This project bridges theory and practice by visualizing the complete data flow from application input to physical transmission. Students can manipulate parameters at each layer, observe encapsulation in real-time, and see how headers are added sequentially. The simulation demonstrates both logical data structures and physical signal representations.</a:t>
            </a:r>
            <a:endParaRPr b="0" lang="en-US" sz="1600" spc="-1" strike="noStrike">
              <a:solidFill>
                <a:srgbClr val="ffffff"/>
              </a:solidFill>
              <a:latin typeface="Arial"/>
            </a:endParaRPr>
          </a:p>
        </p:txBody>
      </p:sp>
      <p:sp>
        <p:nvSpPr>
          <p:cNvPr id="55" name="Text 5"/>
          <p:cNvSpPr/>
          <p:nvPr/>
        </p:nvSpPr>
        <p:spPr>
          <a:xfrm>
            <a:off x="837720" y="5856120"/>
            <a:ext cx="12954240" cy="669240"/>
          </a:xfrm>
          <a:prstGeom prst="rect">
            <a:avLst/>
          </a:prstGeom>
          <a:noFill/>
          <a:ln w="0">
            <a:noFill/>
          </a:ln>
        </p:spPr>
        <p:style>
          <a:lnRef idx="0"/>
          <a:fillRef idx="0"/>
          <a:effectRef idx="0"/>
          <a:fontRef idx="minor"/>
        </p:style>
        <p:txBody>
          <a:bodyPr lIns="0" rIns="0" tIns="0" bIns="0" anchor="t">
            <a:noAutofit/>
          </a:bodyPr>
          <a:p>
            <a:pPr>
              <a:lnSpc>
                <a:spcPts val="2599"/>
              </a:lnSpc>
              <a:tabLst>
                <a:tab algn="l" pos="0"/>
              </a:tabLst>
            </a:pPr>
            <a:r>
              <a:rPr b="1" lang="en-US" sz="1600" spc="-1" strike="noStrike">
                <a:solidFill>
                  <a:srgbClr val="f2b42d"/>
                </a:solidFill>
                <a:latin typeface="PT Sans"/>
                <a:ea typeface="PT Sans"/>
              </a:rPr>
              <a:t>Educational Impact:</a:t>
            </a:r>
            <a:r>
              <a:rPr b="0" lang="en-US" sz="1600" spc="-1" strike="noStrike">
                <a:solidFill>
                  <a:srgbClr val="ffffff"/>
                </a:solidFill>
                <a:latin typeface="PT Sans"/>
                <a:ea typeface="PT Sans"/>
              </a:rPr>
              <a:t> Provides immediate visual feedback on networking concepts, reduces cognitive load through progressive visualization, and allows experimentation without network hardware.</a:t>
            </a:r>
            <a:endParaRPr b="0" lang="en-US" sz="16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 name="Text 0"/>
          <p:cNvSpPr/>
          <p:nvPr/>
        </p:nvSpPr>
        <p:spPr>
          <a:xfrm>
            <a:off x="684360" y="470520"/>
            <a:ext cx="4083480" cy="326520"/>
          </a:xfrm>
          <a:prstGeom prst="rect">
            <a:avLst/>
          </a:prstGeom>
          <a:noFill/>
          <a:ln w="0">
            <a:noFill/>
          </a:ln>
        </p:spPr>
        <p:style>
          <a:lnRef idx="0"/>
          <a:fillRef idx="0"/>
          <a:effectRef idx="0"/>
          <a:fontRef idx="minor"/>
        </p:style>
        <p:txBody>
          <a:bodyPr wrap="none" lIns="0" rIns="0" tIns="0" bIns="0" anchor="t">
            <a:noAutofit/>
          </a:bodyPr>
          <a:p>
            <a:pPr>
              <a:lnSpc>
                <a:spcPts val="2551"/>
              </a:lnSpc>
              <a:tabLst>
                <a:tab algn="l" pos="0"/>
              </a:tabLst>
            </a:pPr>
            <a:r>
              <a:rPr b="0" lang="en-US" sz="2050" spc="-1" strike="noStrike">
                <a:solidFill>
                  <a:srgbClr val="ffffff"/>
                </a:solidFill>
                <a:latin typeface="Nunito Semi Bold"/>
                <a:ea typeface="Nunito Semi Bold"/>
              </a:rPr>
              <a:t>Overall Data Flow in the Emulator</a:t>
            </a:r>
            <a:endParaRPr b="0" lang="en-US" sz="2050" spc="-1" strike="noStrike">
              <a:solidFill>
                <a:srgbClr val="ffffff"/>
              </a:solidFill>
              <a:latin typeface="Arial"/>
            </a:endParaRPr>
          </a:p>
        </p:txBody>
      </p:sp>
      <p:sp>
        <p:nvSpPr>
          <p:cNvPr id="57" name="Text 1"/>
          <p:cNvSpPr/>
          <p:nvPr/>
        </p:nvSpPr>
        <p:spPr>
          <a:xfrm>
            <a:off x="684360" y="915840"/>
            <a:ext cx="13260600" cy="135360"/>
          </a:xfrm>
          <a:prstGeom prst="rect">
            <a:avLst/>
          </a:prstGeom>
          <a:noFill/>
          <a:ln w="0">
            <a:noFill/>
          </a:ln>
        </p:spPr>
        <p:style>
          <a:lnRef idx="0"/>
          <a:fillRef idx="0"/>
          <a:effectRef idx="0"/>
          <a:fontRef idx="minor"/>
        </p:style>
        <p:txBody>
          <a:bodyPr wrap="none" lIns="0" rIns="0" tIns="0" bIns="0" anchor="t">
            <a:noAutofit/>
          </a:bodyPr>
          <a:p>
            <a:pPr>
              <a:lnSpc>
                <a:spcPts val="1049"/>
              </a:lnSpc>
              <a:tabLst>
                <a:tab algn="l" pos="0"/>
              </a:tabLst>
            </a:pPr>
            <a:r>
              <a:rPr b="0" lang="en-US" sz="850" spc="-1" strike="noStrike">
                <a:solidFill>
                  <a:srgbClr val="ffffff"/>
                </a:solidFill>
                <a:latin typeface="PT Sans"/>
                <a:ea typeface="PT Sans"/>
              </a:rPr>
              <a:t>Data travels downward through each OSI layer, with each layer adding its own header information—a process called </a:t>
            </a:r>
            <a:r>
              <a:rPr b="1" lang="en-US" sz="850" spc="-1" strike="noStrike">
                <a:solidFill>
                  <a:srgbClr val="f2b42d"/>
                </a:solidFill>
                <a:latin typeface="PT Sans"/>
                <a:ea typeface="PT Sans"/>
              </a:rPr>
              <a:t>encapsulation</a:t>
            </a:r>
            <a:r>
              <a:rPr b="0" lang="en-US" sz="850" spc="-1" strike="noStrike">
                <a:solidFill>
                  <a:srgbClr val="ffffff"/>
                </a:solidFill>
                <a:latin typeface="PT Sans"/>
                <a:ea typeface="PT Sans"/>
              </a:rPr>
              <a:t>. The completed frame is then transmitted as electrical, optical, or radio signals over the physical medium.</a:t>
            </a:r>
            <a:endParaRPr b="0" lang="en-US" sz="850" spc="-1" strike="noStrike">
              <a:solidFill>
                <a:srgbClr val="ffffff"/>
              </a:solidFill>
              <a:latin typeface="Arial"/>
            </a:endParaRPr>
          </a:p>
        </p:txBody>
      </p:sp>
      <p:pic>
        <p:nvPicPr>
          <p:cNvPr id="58" name="Image 0" descr="preencoded.png"/>
          <p:cNvPicPr/>
          <p:nvPr/>
        </p:nvPicPr>
        <p:blipFill>
          <a:blip r:embed="rId1"/>
          <a:stretch/>
        </p:blipFill>
        <p:spPr>
          <a:xfrm>
            <a:off x="3005280" y="1118520"/>
            <a:ext cx="8619120" cy="4047120"/>
          </a:xfrm>
          <a:prstGeom prst="rect">
            <a:avLst/>
          </a:prstGeom>
          <a:ln w="0">
            <a:noFill/>
          </a:ln>
        </p:spPr>
      </p:pic>
      <p:sp>
        <p:nvSpPr>
          <p:cNvPr id="59" name="Text 2"/>
          <p:cNvSpPr/>
          <p:nvPr/>
        </p:nvSpPr>
        <p:spPr>
          <a:xfrm>
            <a:off x="3749040" y="4178160"/>
            <a:ext cx="1779120" cy="221760"/>
          </a:xfrm>
          <a:prstGeom prst="rect">
            <a:avLst/>
          </a:prstGeom>
          <a:noFill/>
          <a:ln w="0">
            <a:noFill/>
          </a:ln>
        </p:spPr>
        <p:style>
          <a:lnRef idx="0"/>
          <a:fillRef idx="0"/>
          <a:effectRef idx="0"/>
          <a:fontRef idx="minor"/>
        </p:style>
        <p:txBody>
          <a:bodyPr wrap="none" lIns="0" rIns="0" tIns="0" bIns="0" anchor="t">
            <a:noAutofit/>
          </a:bodyPr>
          <a:p>
            <a:pPr algn="r">
              <a:lnSpc>
                <a:spcPts val="1551"/>
              </a:lnSpc>
              <a:tabLst>
                <a:tab algn="l" pos="0"/>
              </a:tabLst>
            </a:pPr>
            <a:r>
              <a:rPr b="0" lang="en-US" sz="1250" spc="-1" strike="noStrike">
                <a:solidFill>
                  <a:srgbClr val="ffffff"/>
                </a:solidFill>
                <a:latin typeface="Nunito Semi Bold"/>
                <a:ea typeface="Nunito Semi Bold"/>
              </a:rPr>
              <a:t>Application Layer</a:t>
            </a:r>
            <a:endParaRPr b="0" lang="en-US" sz="1250" spc="-1" strike="noStrike">
              <a:solidFill>
                <a:srgbClr val="ffffff"/>
              </a:solidFill>
              <a:latin typeface="Arial"/>
            </a:endParaRPr>
          </a:p>
        </p:txBody>
      </p:sp>
      <p:sp>
        <p:nvSpPr>
          <p:cNvPr id="60" name="Text 3"/>
          <p:cNvSpPr/>
          <p:nvPr/>
        </p:nvSpPr>
        <p:spPr>
          <a:xfrm>
            <a:off x="3209040" y="4467600"/>
            <a:ext cx="2319120" cy="144000"/>
          </a:xfrm>
          <a:prstGeom prst="rect">
            <a:avLst/>
          </a:prstGeom>
          <a:noFill/>
          <a:ln w="0">
            <a:noFill/>
          </a:ln>
        </p:spPr>
        <p:style>
          <a:lnRef idx="0"/>
          <a:fillRef idx="0"/>
          <a:effectRef idx="0"/>
          <a:fontRef idx="minor"/>
        </p:style>
        <p:txBody>
          <a:bodyPr wrap="none" lIns="0" rIns="0" tIns="0" bIns="0" anchor="t">
            <a:noAutofit/>
          </a:bodyPr>
          <a:p>
            <a:pPr algn="r">
              <a:lnSpc>
                <a:spcPts val="1001"/>
              </a:lnSpc>
              <a:tabLst>
                <a:tab algn="l" pos="0"/>
              </a:tabLst>
            </a:pPr>
            <a:r>
              <a:rPr b="0" lang="en-US" sz="1050" spc="-1" strike="noStrike">
                <a:solidFill>
                  <a:srgbClr val="ffffff"/>
                </a:solidFill>
                <a:latin typeface="PT Sans"/>
                <a:ea typeface="PT Sans"/>
              </a:rPr>
              <a:t>Initiate data and requests</a:t>
            </a:r>
            <a:endParaRPr b="0" lang="en-US" sz="1050" spc="-1" strike="noStrike">
              <a:solidFill>
                <a:srgbClr val="ffffff"/>
              </a:solidFill>
              <a:latin typeface="Arial"/>
            </a:endParaRPr>
          </a:p>
        </p:txBody>
      </p:sp>
      <p:sp>
        <p:nvSpPr>
          <p:cNvPr id="61" name="Text 4"/>
          <p:cNvSpPr/>
          <p:nvPr/>
        </p:nvSpPr>
        <p:spPr>
          <a:xfrm>
            <a:off x="9160200" y="3518280"/>
            <a:ext cx="1779120" cy="221760"/>
          </a:xfrm>
          <a:prstGeom prst="rect">
            <a:avLst/>
          </a:prstGeom>
          <a:noFill/>
          <a:ln w="0">
            <a:noFill/>
          </a:ln>
        </p:spPr>
        <p:style>
          <a:lnRef idx="0"/>
          <a:fillRef idx="0"/>
          <a:effectRef idx="0"/>
          <a:fontRef idx="minor"/>
        </p:style>
        <p:txBody>
          <a:bodyPr wrap="none" lIns="0" rIns="0" tIns="0" bIns="0" anchor="t">
            <a:noAutofit/>
          </a:bodyPr>
          <a:p>
            <a:pPr>
              <a:lnSpc>
                <a:spcPts val="1551"/>
              </a:lnSpc>
              <a:tabLst>
                <a:tab algn="l" pos="0"/>
              </a:tabLst>
            </a:pPr>
            <a:r>
              <a:rPr b="0" lang="en-US" sz="1250" spc="-1" strike="noStrike">
                <a:solidFill>
                  <a:srgbClr val="ffffff"/>
                </a:solidFill>
                <a:latin typeface="Nunito Semi Bold"/>
                <a:ea typeface="Nunito Semi Bold"/>
              </a:rPr>
              <a:t>Transport Layer</a:t>
            </a:r>
            <a:endParaRPr b="0" lang="en-US" sz="1250" spc="-1" strike="noStrike">
              <a:solidFill>
                <a:srgbClr val="ffffff"/>
              </a:solidFill>
              <a:latin typeface="Arial"/>
            </a:endParaRPr>
          </a:p>
        </p:txBody>
      </p:sp>
      <p:sp>
        <p:nvSpPr>
          <p:cNvPr id="62" name="Text 5"/>
          <p:cNvSpPr/>
          <p:nvPr/>
        </p:nvSpPr>
        <p:spPr>
          <a:xfrm>
            <a:off x="9160200" y="3807720"/>
            <a:ext cx="2260440" cy="144000"/>
          </a:xfrm>
          <a:prstGeom prst="rect">
            <a:avLst/>
          </a:prstGeom>
          <a:noFill/>
          <a:ln w="0">
            <a:noFill/>
          </a:ln>
        </p:spPr>
        <p:style>
          <a:lnRef idx="0"/>
          <a:fillRef idx="0"/>
          <a:effectRef idx="0"/>
          <a:fontRef idx="minor"/>
        </p:style>
        <p:txBody>
          <a:bodyPr wrap="none" lIns="0" rIns="0" tIns="0" bIns="0" anchor="t">
            <a:noAutofit/>
          </a:bodyPr>
          <a:p>
            <a:pPr>
              <a:lnSpc>
                <a:spcPts val="1001"/>
              </a:lnSpc>
              <a:tabLst>
                <a:tab algn="l" pos="0"/>
              </a:tabLst>
            </a:pPr>
            <a:r>
              <a:rPr b="0" lang="en-US" sz="1050" spc="-1" strike="noStrike">
                <a:solidFill>
                  <a:srgbClr val="ffffff"/>
                </a:solidFill>
                <a:latin typeface="PT Sans"/>
                <a:ea typeface="PT Sans"/>
              </a:rPr>
              <a:t>Segment and add transport header</a:t>
            </a:r>
            <a:endParaRPr b="0" lang="en-US" sz="1050" spc="-1" strike="noStrike">
              <a:solidFill>
                <a:srgbClr val="ffffff"/>
              </a:solidFill>
              <a:latin typeface="Arial"/>
            </a:endParaRPr>
          </a:p>
        </p:txBody>
      </p:sp>
      <p:sp>
        <p:nvSpPr>
          <p:cNvPr id="63" name="Text 6"/>
          <p:cNvSpPr/>
          <p:nvPr/>
        </p:nvSpPr>
        <p:spPr>
          <a:xfrm>
            <a:off x="3749040" y="2917080"/>
            <a:ext cx="1779120" cy="221760"/>
          </a:xfrm>
          <a:prstGeom prst="rect">
            <a:avLst/>
          </a:prstGeom>
          <a:noFill/>
          <a:ln w="0">
            <a:noFill/>
          </a:ln>
        </p:spPr>
        <p:style>
          <a:lnRef idx="0"/>
          <a:fillRef idx="0"/>
          <a:effectRef idx="0"/>
          <a:fontRef idx="minor"/>
        </p:style>
        <p:txBody>
          <a:bodyPr wrap="none" lIns="0" rIns="0" tIns="0" bIns="0" anchor="t">
            <a:noAutofit/>
          </a:bodyPr>
          <a:p>
            <a:pPr algn="r">
              <a:lnSpc>
                <a:spcPts val="1551"/>
              </a:lnSpc>
              <a:tabLst>
                <a:tab algn="l" pos="0"/>
              </a:tabLst>
            </a:pPr>
            <a:r>
              <a:rPr b="0" lang="en-US" sz="1250" spc="-1" strike="noStrike">
                <a:solidFill>
                  <a:srgbClr val="ffffff"/>
                </a:solidFill>
                <a:latin typeface="Nunito Semi Bold"/>
                <a:ea typeface="Nunito Semi Bold"/>
              </a:rPr>
              <a:t>Network Layer</a:t>
            </a:r>
            <a:endParaRPr b="0" lang="en-US" sz="1250" spc="-1" strike="noStrike">
              <a:solidFill>
                <a:srgbClr val="ffffff"/>
              </a:solidFill>
              <a:latin typeface="Arial"/>
            </a:endParaRPr>
          </a:p>
        </p:txBody>
      </p:sp>
      <p:sp>
        <p:nvSpPr>
          <p:cNvPr id="64" name="Text 7"/>
          <p:cNvSpPr/>
          <p:nvPr/>
        </p:nvSpPr>
        <p:spPr>
          <a:xfrm>
            <a:off x="3209040" y="3206880"/>
            <a:ext cx="2319120" cy="144000"/>
          </a:xfrm>
          <a:prstGeom prst="rect">
            <a:avLst/>
          </a:prstGeom>
          <a:noFill/>
          <a:ln w="0">
            <a:noFill/>
          </a:ln>
        </p:spPr>
        <p:style>
          <a:lnRef idx="0"/>
          <a:fillRef idx="0"/>
          <a:effectRef idx="0"/>
          <a:fontRef idx="minor"/>
        </p:style>
        <p:txBody>
          <a:bodyPr wrap="none" lIns="0" rIns="0" tIns="0" bIns="0" anchor="t">
            <a:noAutofit/>
          </a:bodyPr>
          <a:p>
            <a:pPr algn="r">
              <a:lnSpc>
                <a:spcPts val="1001"/>
              </a:lnSpc>
              <a:tabLst>
                <a:tab algn="l" pos="0"/>
              </a:tabLst>
            </a:pPr>
            <a:r>
              <a:rPr b="0" lang="en-US" sz="1050" spc="-1" strike="noStrike">
                <a:solidFill>
                  <a:srgbClr val="ffffff"/>
                </a:solidFill>
                <a:latin typeface="PT Sans"/>
                <a:ea typeface="PT Sans"/>
              </a:rPr>
              <a:t>Encapsulate with IP header</a:t>
            </a:r>
            <a:endParaRPr b="0" lang="en-US" sz="1050" spc="-1" strike="noStrike">
              <a:solidFill>
                <a:srgbClr val="ffffff"/>
              </a:solidFill>
              <a:latin typeface="Arial"/>
            </a:endParaRPr>
          </a:p>
        </p:txBody>
      </p:sp>
      <p:sp>
        <p:nvSpPr>
          <p:cNvPr id="65" name="Text 8"/>
          <p:cNvSpPr/>
          <p:nvPr/>
        </p:nvSpPr>
        <p:spPr>
          <a:xfrm>
            <a:off x="9160200" y="2206800"/>
            <a:ext cx="1779120" cy="221760"/>
          </a:xfrm>
          <a:prstGeom prst="rect">
            <a:avLst/>
          </a:prstGeom>
          <a:noFill/>
          <a:ln w="0">
            <a:noFill/>
          </a:ln>
        </p:spPr>
        <p:style>
          <a:lnRef idx="0"/>
          <a:fillRef idx="0"/>
          <a:effectRef idx="0"/>
          <a:fontRef idx="minor"/>
        </p:style>
        <p:txBody>
          <a:bodyPr wrap="none" lIns="0" rIns="0" tIns="0" bIns="0" anchor="t">
            <a:noAutofit/>
          </a:bodyPr>
          <a:p>
            <a:pPr>
              <a:lnSpc>
                <a:spcPts val="1551"/>
              </a:lnSpc>
              <a:tabLst>
                <a:tab algn="l" pos="0"/>
              </a:tabLst>
            </a:pPr>
            <a:r>
              <a:rPr b="0" lang="en-US" sz="1250" spc="-1" strike="noStrike">
                <a:solidFill>
                  <a:srgbClr val="ffffff"/>
                </a:solidFill>
                <a:latin typeface="Nunito Semi Bold"/>
                <a:ea typeface="Nunito Semi Bold"/>
              </a:rPr>
              <a:t>Data Link Layer</a:t>
            </a:r>
            <a:endParaRPr b="0" lang="en-US" sz="1250" spc="-1" strike="noStrike">
              <a:solidFill>
                <a:srgbClr val="ffffff"/>
              </a:solidFill>
              <a:latin typeface="Arial"/>
            </a:endParaRPr>
          </a:p>
        </p:txBody>
      </p:sp>
      <p:sp>
        <p:nvSpPr>
          <p:cNvPr id="66" name="Text 9"/>
          <p:cNvSpPr/>
          <p:nvPr/>
        </p:nvSpPr>
        <p:spPr>
          <a:xfrm>
            <a:off x="9160200" y="2496600"/>
            <a:ext cx="2260440" cy="144000"/>
          </a:xfrm>
          <a:prstGeom prst="rect">
            <a:avLst/>
          </a:prstGeom>
          <a:noFill/>
          <a:ln w="0">
            <a:noFill/>
          </a:ln>
        </p:spPr>
        <p:style>
          <a:lnRef idx="0"/>
          <a:fillRef idx="0"/>
          <a:effectRef idx="0"/>
          <a:fontRef idx="minor"/>
        </p:style>
        <p:txBody>
          <a:bodyPr wrap="none" lIns="0" rIns="0" tIns="0" bIns="0" anchor="t">
            <a:noAutofit/>
          </a:bodyPr>
          <a:p>
            <a:pPr>
              <a:lnSpc>
                <a:spcPts val="1001"/>
              </a:lnSpc>
              <a:tabLst>
                <a:tab algn="l" pos="0"/>
              </a:tabLst>
            </a:pPr>
            <a:r>
              <a:rPr b="0" lang="en-US" sz="1050" spc="-1" strike="noStrike">
                <a:solidFill>
                  <a:srgbClr val="ffffff"/>
                </a:solidFill>
                <a:latin typeface="PT Sans"/>
                <a:ea typeface="PT Sans"/>
              </a:rPr>
              <a:t>Add frame header and trailer</a:t>
            </a:r>
            <a:endParaRPr b="0" lang="en-US" sz="1050" spc="-1" strike="noStrike">
              <a:solidFill>
                <a:srgbClr val="ffffff"/>
              </a:solidFill>
              <a:latin typeface="Arial"/>
            </a:endParaRPr>
          </a:p>
        </p:txBody>
      </p:sp>
      <p:sp>
        <p:nvSpPr>
          <p:cNvPr id="67" name="Text 10"/>
          <p:cNvSpPr/>
          <p:nvPr/>
        </p:nvSpPr>
        <p:spPr>
          <a:xfrm>
            <a:off x="3749040" y="1656360"/>
            <a:ext cx="1779120" cy="221760"/>
          </a:xfrm>
          <a:prstGeom prst="rect">
            <a:avLst/>
          </a:prstGeom>
          <a:noFill/>
          <a:ln w="0">
            <a:noFill/>
          </a:ln>
        </p:spPr>
        <p:style>
          <a:lnRef idx="0"/>
          <a:fillRef idx="0"/>
          <a:effectRef idx="0"/>
          <a:fontRef idx="minor"/>
        </p:style>
        <p:txBody>
          <a:bodyPr wrap="none" lIns="0" rIns="0" tIns="0" bIns="0" anchor="t">
            <a:noAutofit/>
          </a:bodyPr>
          <a:p>
            <a:pPr algn="r">
              <a:lnSpc>
                <a:spcPts val="1551"/>
              </a:lnSpc>
              <a:tabLst>
                <a:tab algn="l" pos="0"/>
              </a:tabLst>
            </a:pPr>
            <a:r>
              <a:rPr b="0" lang="en-US" sz="1250" spc="-1" strike="noStrike">
                <a:solidFill>
                  <a:srgbClr val="ffffff"/>
                </a:solidFill>
                <a:latin typeface="Nunito Semi Bold"/>
                <a:ea typeface="Nunito Semi Bold"/>
              </a:rPr>
              <a:t>Physical Layer</a:t>
            </a:r>
            <a:endParaRPr b="0" lang="en-US" sz="1250" spc="-1" strike="noStrike">
              <a:solidFill>
                <a:srgbClr val="ffffff"/>
              </a:solidFill>
              <a:latin typeface="Arial"/>
            </a:endParaRPr>
          </a:p>
        </p:txBody>
      </p:sp>
      <p:sp>
        <p:nvSpPr>
          <p:cNvPr id="68" name="Text 11"/>
          <p:cNvSpPr/>
          <p:nvPr/>
        </p:nvSpPr>
        <p:spPr>
          <a:xfrm>
            <a:off x="3209040" y="1945800"/>
            <a:ext cx="2319120" cy="144000"/>
          </a:xfrm>
          <a:prstGeom prst="rect">
            <a:avLst/>
          </a:prstGeom>
          <a:noFill/>
          <a:ln w="0">
            <a:noFill/>
          </a:ln>
        </p:spPr>
        <p:style>
          <a:lnRef idx="0"/>
          <a:fillRef idx="0"/>
          <a:effectRef idx="0"/>
          <a:fontRef idx="minor"/>
        </p:style>
        <p:txBody>
          <a:bodyPr wrap="none" lIns="0" rIns="0" tIns="0" bIns="0" anchor="t">
            <a:noAutofit/>
          </a:bodyPr>
          <a:p>
            <a:pPr algn="r">
              <a:lnSpc>
                <a:spcPts val="1001"/>
              </a:lnSpc>
              <a:tabLst>
                <a:tab algn="l" pos="0"/>
              </a:tabLst>
            </a:pPr>
            <a:r>
              <a:rPr b="0" lang="en-US" sz="1050" spc="-1" strike="noStrike">
                <a:solidFill>
                  <a:srgbClr val="ffffff"/>
                </a:solidFill>
                <a:latin typeface="PT Sans"/>
                <a:ea typeface="PT Sans"/>
              </a:rPr>
              <a:t>Transmit as electrical signals</a:t>
            </a:r>
            <a:endParaRPr b="0" lang="en-US" sz="1050" spc="-1" strike="noStrike">
              <a:solidFill>
                <a:srgbClr val="ffffff"/>
              </a:solidFill>
              <a:latin typeface="Arial"/>
            </a:endParaRPr>
          </a:p>
        </p:txBody>
      </p:sp>
      <p:sp>
        <p:nvSpPr>
          <p:cNvPr id="69" name="Text 12"/>
          <p:cNvSpPr/>
          <p:nvPr/>
        </p:nvSpPr>
        <p:spPr>
          <a:xfrm>
            <a:off x="684360" y="5232600"/>
            <a:ext cx="110520" cy="138240"/>
          </a:xfrm>
          <a:prstGeom prst="rect">
            <a:avLst/>
          </a:prstGeom>
          <a:noFill/>
          <a:ln w="0">
            <a:noFill/>
          </a:ln>
        </p:spPr>
        <p:style>
          <a:lnRef idx="0"/>
          <a:fillRef idx="0"/>
          <a:effectRef idx="0"/>
          <a:fontRef idx="minor"/>
        </p:style>
        <p:txBody>
          <a:bodyPr wrap="none" lIns="0" rIns="0" tIns="0" bIns="0" anchor="t">
            <a:noAutofit/>
          </a:bodyPr>
          <a:p>
            <a:pPr>
              <a:lnSpc>
                <a:spcPts val="1049"/>
              </a:lnSpc>
              <a:tabLst>
                <a:tab algn="l" pos="0"/>
              </a:tabLst>
            </a:pPr>
            <a:r>
              <a:rPr b="0" lang="en-US" sz="850" spc="-1" strike="noStrike">
                <a:solidFill>
                  <a:srgbClr val="ffffff"/>
                </a:solidFill>
                <a:latin typeface="Nunito Light"/>
                <a:ea typeface="Nunito Light"/>
              </a:rPr>
              <a:t>01</a:t>
            </a:r>
            <a:endParaRPr b="0" lang="en-US" sz="850" spc="-1" strike="noStrike">
              <a:solidFill>
                <a:srgbClr val="ffffff"/>
              </a:solidFill>
              <a:latin typeface="Arial"/>
            </a:endParaRPr>
          </a:p>
        </p:txBody>
      </p:sp>
      <p:sp>
        <p:nvSpPr>
          <p:cNvPr id="70" name="Shape 13"/>
          <p:cNvSpPr/>
          <p:nvPr/>
        </p:nvSpPr>
        <p:spPr>
          <a:xfrm>
            <a:off x="684360" y="5406120"/>
            <a:ext cx="4380480" cy="14400"/>
          </a:xfrm>
          <a:prstGeom prst="rect">
            <a:avLst/>
          </a:prstGeom>
          <a:solidFill>
            <a:srgbClr val="f2b42d"/>
          </a:solidFill>
          <a:ln w="0">
            <a:noFill/>
          </a:ln>
        </p:spPr>
        <p:style>
          <a:lnRef idx="0"/>
          <a:fillRef idx="0"/>
          <a:effectRef idx="0"/>
          <a:fontRef idx="minor"/>
        </p:style>
        <p:txBody>
          <a:bodyPr lIns="90000" rIns="90000" tIns="-29880" bIns="-29880" anchor="t">
            <a:noAutofit/>
          </a:bodyPr>
          <a:p>
            <a:pPr>
              <a:lnSpc>
                <a:spcPct val="100000"/>
              </a:lnSpc>
            </a:pPr>
            <a:endParaRPr b="0" lang="en-US" sz="1800" spc="-1" strike="noStrike">
              <a:solidFill>
                <a:srgbClr val="000000"/>
              </a:solidFill>
              <a:latin typeface="Arial"/>
            </a:endParaRPr>
          </a:p>
        </p:txBody>
      </p:sp>
      <p:sp>
        <p:nvSpPr>
          <p:cNvPr id="71" name="Text 14"/>
          <p:cNvSpPr/>
          <p:nvPr/>
        </p:nvSpPr>
        <p:spPr>
          <a:xfrm>
            <a:off x="684360" y="5492520"/>
            <a:ext cx="1307880" cy="162720"/>
          </a:xfrm>
          <a:prstGeom prst="rect">
            <a:avLst/>
          </a:prstGeom>
          <a:noFill/>
          <a:ln w="0">
            <a:noFill/>
          </a:ln>
        </p:spPr>
        <p:style>
          <a:lnRef idx="0"/>
          <a:fillRef idx="0"/>
          <a:effectRef idx="0"/>
          <a:fontRef idx="minor"/>
        </p:style>
        <p:txBody>
          <a:bodyPr wrap="none" lIns="0" rIns="0" tIns="0" bIns="0" anchor="t">
            <a:noAutofit/>
          </a:bodyPr>
          <a:p>
            <a:pPr>
              <a:lnSpc>
                <a:spcPts val="1250"/>
              </a:lnSpc>
              <a:tabLst>
                <a:tab algn="l" pos="0"/>
              </a:tabLst>
            </a:pPr>
            <a:r>
              <a:rPr b="0" lang="en-US" sz="1000" spc="-1" strike="noStrike">
                <a:solidFill>
                  <a:srgbClr val="ffffff"/>
                </a:solidFill>
                <a:latin typeface="Nunito Semi Bold"/>
                <a:ea typeface="Nunito Semi Bold"/>
              </a:rPr>
              <a:t>Application Layer</a:t>
            </a:r>
            <a:endParaRPr b="0" lang="en-US" sz="1000" spc="-1" strike="noStrike">
              <a:solidFill>
                <a:srgbClr val="ffffff"/>
              </a:solidFill>
              <a:latin typeface="Arial"/>
            </a:endParaRPr>
          </a:p>
        </p:txBody>
      </p:sp>
      <p:sp>
        <p:nvSpPr>
          <p:cNvPr id="72" name="Text 15"/>
          <p:cNvSpPr/>
          <p:nvPr/>
        </p:nvSpPr>
        <p:spPr>
          <a:xfrm>
            <a:off x="684360" y="5691240"/>
            <a:ext cx="4380480" cy="135360"/>
          </a:xfrm>
          <a:prstGeom prst="rect">
            <a:avLst/>
          </a:prstGeom>
          <a:noFill/>
          <a:ln w="0">
            <a:noFill/>
          </a:ln>
        </p:spPr>
        <p:style>
          <a:lnRef idx="0"/>
          <a:fillRef idx="0"/>
          <a:effectRef idx="0"/>
          <a:fontRef idx="minor"/>
        </p:style>
        <p:txBody>
          <a:bodyPr wrap="none" lIns="0" rIns="0" tIns="0" bIns="0" anchor="t">
            <a:noAutofit/>
          </a:bodyPr>
          <a:p>
            <a:pPr>
              <a:lnSpc>
                <a:spcPts val="1049"/>
              </a:lnSpc>
              <a:tabLst>
                <a:tab algn="l" pos="0"/>
              </a:tabLst>
            </a:pPr>
            <a:r>
              <a:rPr b="0" lang="en-US" sz="850" spc="-1" strike="noStrike">
                <a:solidFill>
                  <a:srgbClr val="ffffff"/>
                </a:solidFill>
                <a:latin typeface="PT Sans"/>
                <a:ea typeface="PT Sans"/>
              </a:rPr>
              <a:t>User data created and submitted</a:t>
            </a:r>
            <a:endParaRPr b="0" lang="en-US" sz="850" spc="-1" strike="noStrike">
              <a:solidFill>
                <a:srgbClr val="ffffff"/>
              </a:solidFill>
              <a:latin typeface="Arial"/>
            </a:endParaRPr>
          </a:p>
        </p:txBody>
      </p:sp>
      <p:sp>
        <p:nvSpPr>
          <p:cNvPr id="73" name="Text 16"/>
          <p:cNvSpPr/>
          <p:nvPr/>
        </p:nvSpPr>
        <p:spPr>
          <a:xfrm>
            <a:off x="5124600" y="5232600"/>
            <a:ext cx="110520" cy="138240"/>
          </a:xfrm>
          <a:prstGeom prst="rect">
            <a:avLst/>
          </a:prstGeom>
          <a:noFill/>
          <a:ln w="0">
            <a:noFill/>
          </a:ln>
        </p:spPr>
        <p:style>
          <a:lnRef idx="0"/>
          <a:fillRef idx="0"/>
          <a:effectRef idx="0"/>
          <a:fontRef idx="minor"/>
        </p:style>
        <p:txBody>
          <a:bodyPr wrap="none" lIns="0" rIns="0" tIns="0" bIns="0" anchor="t">
            <a:noAutofit/>
          </a:bodyPr>
          <a:p>
            <a:pPr>
              <a:lnSpc>
                <a:spcPts val="1049"/>
              </a:lnSpc>
              <a:tabLst>
                <a:tab algn="l" pos="0"/>
              </a:tabLst>
            </a:pPr>
            <a:r>
              <a:rPr b="0" lang="en-US" sz="850" spc="-1" strike="noStrike">
                <a:solidFill>
                  <a:srgbClr val="ffffff"/>
                </a:solidFill>
                <a:latin typeface="Nunito Light"/>
                <a:ea typeface="Nunito Light"/>
              </a:rPr>
              <a:t>02</a:t>
            </a:r>
            <a:endParaRPr b="0" lang="en-US" sz="850" spc="-1" strike="noStrike">
              <a:solidFill>
                <a:srgbClr val="ffffff"/>
              </a:solidFill>
              <a:latin typeface="Arial"/>
            </a:endParaRPr>
          </a:p>
        </p:txBody>
      </p:sp>
      <p:sp>
        <p:nvSpPr>
          <p:cNvPr id="74" name="Shape 17"/>
          <p:cNvSpPr/>
          <p:nvPr/>
        </p:nvSpPr>
        <p:spPr>
          <a:xfrm>
            <a:off x="5124600" y="5406120"/>
            <a:ext cx="4380480" cy="14400"/>
          </a:xfrm>
          <a:prstGeom prst="rect">
            <a:avLst/>
          </a:prstGeom>
          <a:solidFill>
            <a:srgbClr val="d7425e"/>
          </a:solidFill>
          <a:ln w="0">
            <a:noFill/>
          </a:ln>
        </p:spPr>
        <p:style>
          <a:lnRef idx="0"/>
          <a:fillRef idx="0"/>
          <a:effectRef idx="0"/>
          <a:fontRef idx="minor"/>
        </p:style>
        <p:txBody>
          <a:bodyPr lIns="90000" rIns="90000" tIns="-29880" bIns="-29880" anchor="t">
            <a:noAutofit/>
          </a:bodyPr>
          <a:p>
            <a:pPr>
              <a:lnSpc>
                <a:spcPct val="100000"/>
              </a:lnSpc>
            </a:pPr>
            <a:endParaRPr b="0" lang="en-US" sz="1800" spc="-1" strike="noStrike">
              <a:solidFill>
                <a:srgbClr val="ffffff"/>
              </a:solidFill>
              <a:latin typeface="Arial"/>
            </a:endParaRPr>
          </a:p>
        </p:txBody>
      </p:sp>
      <p:sp>
        <p:nvSpPr>
          <p:cNvPr id="75" name="Text 18"/>
          <p:cNvSpPr/>
          <p:nvPr/>
        </p:nvSpPr>
        <p:spPr>
          <a:xfrm>
            <a:off x="5124600" y="5492520"/>
            <a:ext cx="1307880" cy="162720"/>
          </a:xfrm>
          <a:prstGeom prst="rect">
            <a:avLst/>
          </a:prstGeom>
          <a:noFill/>
          <a:ln w="0">
            <a:noFill/>
          </a:ln>
        </p:spPr>
        <p:style>
          <a:lnRef idx="0"/>
          <a:fillRef idx="0"/>
          <a:effectRef idx="0"/>
          <a:fontRef idx="minor"/>
        </p:style>
        <p:txBody>
          <a:bodyPr wrap="none" lIns="0" rIns="0" tIns="0" bIns="0" anchor="t">
            <a:noAutofit/>
          </a:bodyPr>
          <a:p>
            <a:pPr>
              <a:lnSpc>
                <a:spcPts val="1250"/>
              </a:lnSpc>
              <a:tabLst>
                <a:tab algn="l" pos="0"/>
              </a:tabLst>
            </a:pPr>
            <a:r>
              <a:rPr b="0" lang="en-US" sz="1000" spc="-1" strike="noStrike">
                <a:solidFill>
                  <a:srgbClr val="ffffff"/>
                </a:solidFill>
                <a:latin typeface="Nunito Semi Bold"/>
                <a:ea typeface="Nunito Semi Bold"/>
              </a:rPr>
              <a:t>Presentation Layer</a:t>
            </a:r>
            <a:endParaRPr b="0" lang="en-US" sz="1000" spc="-1" strike="noStrike">
              <a:solidFill>
                <a:srgbClr val="ffffff"/>
              </a:solidFill>
              <a:latin typeface="Arial"/>
            </a:endParaRPr>
          </a:p>
        </p:txBody>
      </p:sp>
      <p:sp>
        <p:nvSpPr>
          <p:cNvPr id="76" name="Text 19"/>
          <p:cNvSpPr/>
          <p:nvPr/>
        </p:nvSpPr>
        <p:spPr>
          <a:xfrm>
            <a:off x="5124600" y="5691240"/>
            <a:ext cx="4380480" cy="135360"/>
          </a:xfrm>
          <a:prstGeom prst="rect">
            <a:avLst/>
          </a:prstGeom>
          <a:noFill/>
          <a:ln w="0">
            <a:noFill/>
          </a:ln>
        </p:spPr>
        <p:style>
          <a:lnRef idx="0"/>
          <a:fillRef idx="0"/>
          <a:effectRef idx="0"/>
          <a:fontRef idx="minor"/>
        </p:style>
        <p:txBody>
          <a:bodyPr wrap="none" lIns="0" rIns="0" tIns="0" bIns="0" anchor="t">
            <a:noAutofit/>
          </a:bodyPr>
          <a:p>
            <a:pPr>
              <a:lnSpc>
                <a:spcPts val="1049"/>
              </a:lnSpc>
              <a:tabLst>
                <a:tab algn="l" pos="0"/>
              </a:tabLst>
            </a:pPr>
            <a:r>
              <a:rPr b="0" lang="en-US" sz="850" spc="-1" strike="noStrike">
                <a:solidFill>
                  <a:srgbClr val="ffffff"/>
                </a:solidFill>
                <a:latin typeface="PT Sans"/>
                <a:ea typeface="PT Sans"/>
              </a:rPr>
              <a:t>Data encoded and optionally encrypted</a:t>
            </a:r>
            <a:endParaRPr b="0" lang="en-US" sz="850" spc="-1" strike="noStrike">
              <a:solidFill>
                <a:srgbClr val="ffffff"/>
              </a:solidFill>
              <a:latin typeface="Arial"/>
            </a:endParaRPr>
          </a:p>
        </p:txBody>
      </p:sp>
      <p:sp>
        <p:nvSpPr>
          <p:cNvPr id="77" name="Text 20"/>
          <p:cNvSpPr/>
          <p:nvPr/>
        </p:nvSpPr>
        <p:spPr>
          <a:xfrm>
            <a:off x="9564840" y="5232600"/>
            <a:ext cx="110520" cy="138240"/>
          </a:xfrm>
          <a:prstGeom prst="rect">
            <a:avLst/>
          </a:prstGeom>
          <a:noFill/>
          <a:ln w="0">
            <a:noFill/>
          </a:ln>
        </p:spPr>
        <p:style>
          <a:lnRef idx="0"/>
          <a:fillRef idx="0"/>
          <a:effectRef idx="0"/>
          <a:fontRef idx="minor"/>
        </p:style>
        <p:txBody>
          <a:bodyPr wrap="none" lIns="0" rIns="0" tIns="0" bIns="0" anchor="t">
            <a:noAutofit/>
          </a:bodyPr>
          <a:p>
            <a:pPr>
              <a:lnSpc>
                <a:spcPts val="1049"/>
              </a:lnSpc>
              <a:tabLst>
                <a:tab algn="l" pos="0"/>
              </a:tabLst>
            </a:pPr>
            <a:r>
              <a:rPr b="0" lang="en-US" sz="850" spc="-1" strike="noStrike">
                <a:solidFill>
                  <a:srgbClr val="ffffff"/>
                </a:solidFill>
                <a:latin typeface="Nunito Light"/>
                <a:ea typeface="Nunito Light"/>
              </a:rPr>
              <a:t>03</a:t>
            </a:r>
            <a:endParaRPr b="0" lang="en-US" sz="850" spc="-1" strike="noStrike">
              <a:solidFill>
                <a:srgbClr val="ffffff"/>
              </a:solidFill>
              <a:latin typeface="Arial"/>
            </a:endParaRPr>
          </a:p>
        </p:txBody>
      </p:sp>
      <p:sp>
        <p:nvSpPr>
          <p:cNvPr id="78" name="Shape 21"/>
          <p:cNvSpPr/>
          <p:nvPr/>
        </p:nvSpPr>
        <p:spPr>
          <a:xfrm>
            <a:off x="9564840" y="5406120"/>
            <a:ext cx="4380480" cy="14400"/>
          </a:xfrm>
          <a:prstGeom prst="rect">
            <a:avLst/>
          </a:prstGeom>
          <a:solidFill>
            <a:srgbClr val="dd785e"/>
          </a:solidFill>
          <a:ln w="0">
            <a:noFill/>
          </a:ln>
        </p:spPr>
        <p:style>
          <a:lnRef idx="0"/>
          <a:fillRef idx="0"/>
          <a:effectRef idx="0"/>
          <a:fontRef idx="minor"/>
        </p:style>
        <p:txBody>
          <a:bodyPr lIns="90000" rIns="90000" tIns="-29880" bIns="-29880" anchor="t">
            <a:noAutofit/>
          </a:bodyPr>
          <a:p>
            <a:pPr>
              <a:lnSpc>
                <a:spcPct val="100000"/>
              </a:lnSpc>
            </a:pPr>
            <a:endParaRPr b="0" lang="en-US" sz="1800" spc="-1" strike="noStrike">
              <a:solidFill>
                <a:srgbClr val="ffffff"/>
              </a:solidFill>
              <a:latin typeface="Arial"/>
            </a:endParaRPr>
          </a:p>
        </p:txBody>
      </p:sp>
      <p:sp>
        <p:nvSpPr>
          <p:cNvPr id="79" name="Text 22"/>
          <p:cNvSpPr/>
          <p:nvPr/>
        </p:nvSpPr>
        <p:spPr>
          <a:xfrm>
            <a:off x="9564840" y="5492520"/>
            <a:ext cx="1307880" cy="162720"/>
          </a:xfrm>
          <a:prstGeom prst="rect">
            <a:avLst/>
          </a:prstGeom>
          <a:noFill/>
          <a:ln w="0">
            <a:noFill/>
          </a:ln>
        </p:spPr>
        <p:style>
          <a:lnRef idx="0"/>
          <a:fillRef idx="0"/>
          <a:effectRef idx="0"/>
          <a:fontRef idx="minor"/>
        </p:style>
        <p:txBody>
          <a:bodyPr wrap="none" lIns="0" rIns="0" tIns="0" bIns="0" anchor="t">
            <a:noAutofit/>
          </a:bodyPr>
          <a:p>
            <a:pPr>
              <a:lnSpc>
                <a:spcPts val="1250"/>
              </a:lnSpc>
              <a:tabLst>
                <a:tab algn="l" pos="0"/>
              </a:tabLst>
            </a:pPr>
            <a:r>
              <a:rPr b="0" lang="en-US" sz="1000" spc="-1" strike="noStrike">
                <a:solidFill>
                  <a:srgbClr val="ffffff"/>
                </a:solidFill>
                <a:latin typeface="Nunito Semi Bold"/>
                <a:ea typeface="Nunito Semi Bold"/>
              </a:rPr>
              <a:t>Session Layer</a:t>
            </a:r>
            <a:endParaRPr b="0" lang="en-US" sz="1000" spc="-1" strike="noStrike">
              <a:solidFill>
                <a:srgbClr val="ffffff"/>
              </a:solidFill>
              <a:latin typeface="Arial"/>
            </a:endParaRPr>
          </a:p>
        </p:txBody>
      </p:sp>
      <p:sp>
        <p:nvSpPr>
          <p:cNvPr id="80" name="Text 23"/>
          <p:cNvSpPr/>
          <p:nvPr/>
        </p:nvSpPr>
        <p:spPr>
          <a:xfrm>
            <a:off x="9564840" y="5691240"/>
            <a:ext cx="4380480" cy="135360"/>
          </a:xfrm>
          <a:prstGeom prst="rect">
            <a:avLst/>
          </a:prstGeom>
          <a:noFill/>
          <a:ln w="0">
            <a:noFill/>
          </a:ln>
        </p:spPr>
        <p:style>
          <a:lnRef idx="0"/>
          <a:fillRef idx="0"/>
          <a:effectRef idx="0"/>
          <a:fontRef idx="minor"/>
        </p:style>
        <p:txBody>
          <a:bodyPr wrap="none" lIns="0" rIns="0" tIns="0" bIns="0" anchor="t">
            <a:noAutofit/>
          </a:bodyPr>
          <a:p>
            <a:pPr>
              <a:lnSpc>
                <a:spcPts val="1049"/>
              </a:lnSpc>
              <a:tabLst>
                <a:tab algn="l" pos="0"/>
              </a:tabLst>
            </a:pPr>
            <a:r>
              <a:rPr b="0" lang="en-US" sz="850" spc="-1" strike="noStrike">
                <a:solidFill>
                  <a:srgbClr val="ffffff"/>
                </a:solidFill>
                <a:latin typeface="PT Sans"/>
                <a:ea typeface="PT Sans"/>
              </a:rPr>
              <a:t>Session established with unique ID</a:t>
            </a:r>
            <a:endParaRPr b="0" lang="en-US" sz="850" spc="-1" strike="noStrike">
              <a:solidFill>
                <a:srgbClr val="ffffff"/>
              </a:solidFill>
              <a:latin typeface="Arial"/>
            </a:endParaRPr>
          </a:p>
        </p:txBody>
      </p:sp>
      <p:sp>
        <p:nvSpPr>
          <p:cNvPr id="81" name="Text 24"/>
          <p:cNvSpPr/>
          <p:nvPr/>
        </p:nvSpPr>
        <p:spPr>
          <a:xfrm>
            <a:off x="684360" y="5969880"/>
            <a:ext cx="110520" cy="138240"/>
          </a:xfrm>
          <a:prstGeom prst="rect">
            <a:avLst/>
          </a:prstGeom>
          <a:noFill/>
          <a:ln w="0">
            <a:noFill/>
          </a:ln>
        </p:spPr>
        <p:style>
          <a:lnRef idx="0"/>
          <a:fillRef idx="0"/>
          <a:effectRef idx="0"/>
          <a:fontRef idx="minor"/>
        </p:style>
        <p:txBody>
          <a:bodyPr wrap="none" lIns="0" rIns="0" tIns="0" bIns="0" anchor="t">
            <a:noAutofit/>
          </a:bodyPr>
          <a:p>
            <a:pPr>
              <a:lnSpc>
                <a:spcPts val="1049"/>
              </a:lnSpc>
              <a:tabLst>
                <a:tab algn="l" pos="0"/>
              </a:tabLst>
            </a:pPr>
            <a:r>
              <a:rPr b="0" lang="en-US" sz="850" spc="-1" strike="noStrike">
                <a:solidFill>
                  <a:srgbClr val="ffffff"/>
                </a:solidFill>
                <a:latin typeface="Nunito Light"/>
                <a:ea typeface="Nunito Light"/>
              </a:rPr>
              <a:t>04</a:t>
            </a:r>
            <a:endParaRPr b="0" lang="en-US" sz="850" spc="-1" strike="noStrike">
              <a:solidFill>
                <a:srgbClr val="ffffff"/>
              </a:solidFill>
              <a:latin typeface="Arial"/>
            </a:endParaRPr>
          </a:p>
        </p:txBody>
      </p:sp>
      <p:sp>
        <p:nvSpPr>
          <p:cNvPr id="82" name="Shape 25"/>
          <p:cNvSpPr/>
          <p:nvPr/>
        </p:nvSpPr>
        <p:spPr>
          <a:xfrm>
            <a:off x="684360" y="6143400"/>
            <a:ext cx="4380480" cy="14400"/>
          </a:xfrm>
          <a:prstGeom prst="rect">
            <a:avLst/>
          </a:prstGeom>
          <a:solidFill>
            <a:srgbClr val="48a8e2"/>
          </a:solidFill>
          <a:ln w="0">
            <a:noFill/>
          </a:ln>
        </p:spPr>
        <p:style>
          <a:lnRef idx="0"/>
          <a:fillRef idx="0"/>
          <a:effectRef idx="0"/>
          <a:fontRef idx="minor"/>
        </p:style>
        <p:txBody>
          <a:bodyPr lIns="90000" rIns="90000" tIns="-29880" bIns="-29880" anchor="t">
            <a:noAutofit/>
          </a:bodyPr>
          <a:p>
            <a:pPr>
              <a:lnSpc>
                <a:spcPct val="100000"/>
              </a:lnSpc>
            </a:pPr>
            <a:endParaRPr b="0" lang="en-US" sz="1800" spc="-1" strike="noStrike">
              <a:solidFill>
                <a:srgbClr val="ffffff"/>
              </a:solidFill>
              <a:latin typeface="Arial"/>
            </a:endParaRPr>
          </a:p>
        </p:txBody>
      </p:sp>
      <p:sp>
        <p:nvSpPr>
          <p:cNvPr id="83" name="Text 26"/>
          <p:cNvSpPr/>
          <p:nvPr/>
        </p:nvSpPr>
        <p:spPr>
          <a:xfrm>
            <a:off x="684360" y="6229440"/>
            <a:ext cx="1307880" cy="162720"/>
          </a:xfrm>
          <a:prstGeom prst="rect">
            <a:avLst/>
          </a:prstGeom>
          <a:noFill/>
          <a:ln w="0">
            <a:noFill/>
          </a:ln>
        </p:spPr>
        <p:style>
          <a:lnRef idx="0"/>
          <a:fillRef idx="0"/>
          <a:effectRef idx="0"/>
          <a:fontRef idx="minor"/>
        </p:style>
        <p:txBody>
          <a:bodyPr wrap="none" lIns="0" rIns="0" tIns="0" bIns="0" anchor="t">
            <a:noAutofit/>
          </a:bodyPr>
          <a:p>
            <a:pPr>
              <a:lnSpc>
                <a:spcPts val="1250"/>
              </a:lnSpc>
              <a:tabLst>
                <a:tab algn="l" pos="0"/>
              </a:tabLst>
            </a:pPr>
            <a:r>
              <a:rPr b="0" lang="en-US" sz="1000" spc="-1" strike="noStrike">
                <a:solidFill>
                  <a:srgbClr val="ffffff"/>
                </a:solidFill>
                <a:latin typeface="Nunito Semi Bold"/>
                <a:ea typeface="Nunito Semi Bold"/>
              </a:rPr>
              <a:t>Transport Layer</a:t>
            </a:r>
            <a:endParaRPr b="0" lang="en-US" sz="1000" spc="-1" strike="noStrike">
              <a:solidFill>
                <a:srgbClr val="ffffff"/>
              </a:solidFill>
              <a:latin typeface="Arial"/>
            </a:endParaRPr>
          </a:p>
        </p:txBody>
      </p:sp>
      <p:sp>
        <p:nvSpPr>
          <p:cNvPr id="84" name="Text 27"/>
          <p:cNvSpPr/>
          <p:nvPr/>
        </p:nvSpPr>
        <p:spPr>
          <a:xfrm>
            <a:off x="684360" y="6428160"/>
            <a:ext cx="4380480" cy="135360"/>
          </a:xfrm>
          <a:prstGeom prst="rect">
            <a:avLst/>
          </a:prstGeom>
          <a:noFill/>
          <a:ln w="0">
            <a:noFill/>
          </a:ln>
        </p:spPr>
        <p:style>
          <a:lnRef idx="0"/>
          <a:fillRef idx="0"/>
          <a:effectRef idx="0"/>
          <a:fontRef idx="minor"/>
        </p:style>
        <p:txBody>
          <a:bodyPr wrap="none" lIns="0" rIns="0" tIns="0" bIns="0" anchor="t">
            <a:noAutofit/>
          </a:bodyPr>
          <a:p>
            <a:pPr>
              <a:lnSpc>
                <a:spcPts val="1049"/>
              </a:lnSpc>
              <a:tabLst>
                <a:tab algn="l" pos="0"/>
              </a:tabLst>
            </a:pPr>
            <a:r>
              <a:rPr b="0" lang="en-US" sz="850" spc="-1" strike="noStrike">
                <a:solidFill>
                  <a:srgbClr val="ffffff"/>
                </a:solidFill>
                <a:latin typeface="PT Sans"/>
                <a:ea typeface="PT Sans"/>
              </a:rPr>
              <a:t>Data segmented with port information</a:t>
            </a:r>
            <a:endParaRPr b="0" lang="en-US" sz="850" spc="-1" strike="noStrike">
              <a:solidFill>
                <a:srgbClr val="ffffff"/>
              </a:solidFill>
              <a:latin typeface="Arial"/>
            </a:endParaRPr>
          </a:p>
        </p:txBody>
      </p:sp>
      <p:sp>
        <p:nvSpPr>
          <p:cNvPr id="85" name="Text 28"/>
          <p:cNvSpPr/>
          <p:nvPr/>
        </p:nvSpPr>
        <p:spPr>
          <a:xfrm>
            <a:off x="5124600" y="5969880"/>
            <a:ext cx="110520" cy="138240"/>
          </a:xfrm>
          <a:prstGeom prst="rect">
            <a:avLst/>
          </a:prstGeom>
          <a:noFill/>
          <a:ln w="0">
            <a:noFill/>
          </a:ln>
        </p:spPr>
        <p:style>
          <a:lnRef idx="0"/>
          <a:fillRef idx="0"/>
          <a:effectRef idx="0"/>
          <a:fontRef idx="minor"/>
        </p:style>
        <p:txBody>
          <a:bodyPr wrap="none" lIns="0" rIns="0" tIns="0" bIns="0" anchor="t">
            <a:noAutofit/>
          </a:bodyPr>
          <a:p>
            <a:pPr>
              <a:lnSpc>
                <a:spcPts val="1049"/>
              </a:lnSpc>
              <a:tabLst>
                <a:tab algn="l" pos="0"/>
              </a:tabLst>
            </a:pPr>
            <a:r>
              <a:rPr b="0" lang="en-US" sz="850" spc="-1" strike="noStrike">
                <a:solidFill>
                  <a:srgbClr val="ffffff"/>
                </a:solidFill>
                <a:latin typeface="Nunito Light"/>
                <a:ea typeface="Nunito Light"/>
              </a:rPr>
              <a:t>05</a:t>
            </a:r>
            <a:endParaRPr b="0" lang="en-US" sz="850" spc="-1" strike="noStrike">
              <a:solidFill>
                <a:srgbClr val="ffffff"/>
              </a:solidFill>
              <a:latin typeface="Arial"/>
            </a:endParaRPr>
          </a:p>
        </p:txBody>
      </p:sp>
      <p:sp>
        <p:nvSpPr>
          <p:cNvPr id="86" name="Shape 29"/>
          <p:cNvSpPr/>
          <p:nvPr/>
        </p:nvSpPr>
        <p:spPr>
          <a:xfrm>
            <a:off x="5124600" y="6143400"/>
            <a:ext cx="4380480" cy="14400"/>
          </a:xfrm>
          <a:prstGeom prst="rect">
            <a:avLst/>
          </a:prstGeom>
          <a:solidFill>
            <a:srgbClr val="59aba9"/>
          </a:solidFill>
          <a:ln w="0">
            <a:noFill/>
          </a:ln>
        </p:spPr>
        <p:style>
          <a:lnRef idx="0"/>
          <a:fillRef idx="0"/>
          <a:effectRef idx="0"/>
          <a:fontRef idx="minor"/>
        </p:style>
        <p:txBody>
          <a:bodyPr lIns="90000" rIns="90000" tIns="-29880" bIns="-29880" anchor="t">
            <a:noAutofit/>
          </a:bodyPr>
          <a:p>
            <a:pPr>
              <a:lnSpc>
                <a:spcPct val="100000"/>
              </a:lnSpc>
            </a:pPr>
            <a:endParaRPr b="0" lang="en-US" sz="1800" spc="-1" strike="noStrike">
              <a:solidFill>
                <a:srgbClr val="ffffff"/>
              </a:solidFill>
              <a:latin typeface="Arial"/>
            </a:endParaRPr>
          </a:p>
        </p:txBody>
      </p:sp>
      <p:sp>
        <p:nvSpPr>
          <p:cNvPr id="87" name="Text 30"/>
          <p:cNvSpPr/>
          <p:nvPr/>
        </p:nvSpPr>
        <p:spPr>
          <a:xfrm>
            <a:off x="5124600" y="6229440"/>
            <a:ext cx="1307880" cy="162720"/>
          </a:xfrm>
          <a:prstGeom prst="rect">
            <a:avLst/>
          </a:prstGeom>
          <a:noFill/>
          <a:ln w="0">
            <a:noFill/>
          </a:ln>
        </p:spPr>
        <p:style>
          <a:lnRef idx="0"/>
          <a:fillRef idx="0"/>
          <a:effectRef idx="0"/>
          <a:fontRef idx="minor"/>
        </p:style>
        <p:txBody>
          <a:bodyPr wrap="none" lIns="0" rIns="0" tIns="0" bIns="0" anchor="t">
            <a:noAutofit/>
          </a:bodyPr>
          <a:p>
            <a:pPr>
              <a:lnSpc>
                <a:spcPts val="1250"/>
              </a:lnSpc>
              <a:tabLst>
                <a:tab algn="l" pos="0"/>
              </a:tabLst>
            </a:pPr>
            <a:r>
              <a:rPr b="0" lang="en-US" sz="1000" spc="-1" strike="noStrike">
                <a:solidFill>
                  <a:srgbClr val="ffffff"/>
                </a:solidFill>
                <a:latin typeface="Nunito Semi Bold"/>
                <a:ea typeface="Nunito Semi Bold"/>
              </a:rPr>
              <a:t>Network Layer</a:t>
            </a:r>
            <a:endParaRPr b="0" lang="en-US" sz="1000" spc="-1" strike="noStrike">
              <a:solidFill>
                <a:srgbClr val="ffffff"/>
              </a:solidFill>
              <a:latin typeface="Arial"/>
            </a:endParaRPr>
          </a:p>
        </p:txBody>
      </p:sp>
      <p:sp>
        <p:nvSpPr>
          <p:cNvPr id="88" name="Text 31"/>
          <p:cNvSpPr/>
          <p:nvPr/>
        </p:nvSpPr>
        <p:spPr>
          <a:xfrm>
            <a:off x="5124600" y="6428160"/>
            <a:ext cx="4380480" cy="135360"/>
          </a:xfrm>
          <a:prstGeom prst="rect">
            <a:avLst/>
          </a:prstGeom>
          <a:noFill/>
          <a:ln w="0">
            <a:noFill/>
          </a:ln>
        </p:spPr>
        <p:style>
          <a:lnRef idx="0"/>
          <a:fillRef idx="0"/>
          <a:effectRef idx="0"/>
          <a:fontRef idx="minor"/>
        </p:style>
        <p:txBody>
          <a:bodyPr wrap="none" lIns="0" rIns="0" tIns="0" bIns="0" anchor="t">
            <a:noAutofit/>
          </a:bodyPr>
          <a:p>
            <a:pPr>
              <a:lnSpc>
                <a:spcPts val="1049"/>
              </a:lnSpc>
              <a:tabLst>
                <a:tab algn="l" pos="0"/>
              </a:tabLst>
            </a:pPr>
            <a:r>
              <a:rPr b="0" lang="en-US" sz="850" spc="-1" strike="noStrike">
                <a:solidFill>
                  <a:srgbClr val="ffffff"/>
                </a:solidFill>
                <a:latin typeface="PT Sans"/>
                <a:ea typeface="PT Sans"/>
              </a:rPr>
              <a:t>IP addressing and routing headers added</a:t>
            </a:r>
            <a:endParaRPr b="0" lang="en-US" sz="850" spc="-1" strike="noStrike">
              <a:solidFill>
                <a:srgbClr val="ffffff"/>
              </a:solidFill>
              <a:latin typeface="Arial"/>
            </a:endParaRPr>
          </a:p>
        </p:txBody>
      </p:sp>
      <p:sp>
        <p:nvSpPr>
          <p:cNvPr id="89" name="Text 32"/>
          <p:cNvSpPr/>
          <p:nvPr/>
        </p:nvSpPr>
        <p:spPr>
          <a:xfrm>
            <a:off x="9564840" y="5969880"/>
            <a:ext cx="110520" cy="138240"/>
          </a:xfrm>
          <a:prstGeom prst="rect">
            <a:avLst/>
          </a:prstGeom>
          <a:noFill/>
          <a:ln w="0">
            <a:noFill/>
          </a:ln>
        </p:spPr>
        <p:style>
          <a:lnRef idx="0"/>
          <a:fillRef idx="0"/>
          <a:effectRef idx="0"/>
          <a:fontRef idx="minor"/>
        </p:style>
        <p:txBody>
          <a:bodyPr wrap="none" lIns="0" rIns="0" tIns="0" bIns="0" anchor="t">
            <a:noAutofit/>
          </a:bodyPr>
          <a:p>
            <a:pPr>
              <a:lnSpc>
                <a:spcPts val="1049"/>
              </a:lnSpc>
              <a:tabLst>
                <a:tab algn="l" pos="0"/>
              </a:tabLst>
            </a:pPr>
            <a:r>
              <a:rPr b="0" lang="en-US" sz="850" spc="-1" strike="noStrike">
                <a:solidFill>
                  <a:srgbClr val="ffffff"/>
                </a:solidFill>
                <a:latin typeface="Nunito Light"/>
                <a:ea typeface="Nunito Light"/>
              </a:rPr>
              <a:t>06</a:t>
            </a:r>
            <a:endParaRPr b="0" lang="en-US" sz="850" spc="-1" strike="noStrike">
              <a:solidFill>
                <a:srgbClr val="ffffff"/>
              </a:solidFill>
              <a:latin typeface="Arial"/>
            </a:endParaRPr>
          </a:p>
        </p:txBody>
      </p:sp>
      <p:sp>
        <p:nvSpPr>
          <p:cNvPr id="90" name="Shape 33"/>
          <p:cNvSpPr/>
          <p:nvPr/>
        </p:nvSpPr>
        <p:spPr>
          <a:xfrm>
            <a:off x="9564840" y="6143400"/>
            <a:ext cx="4380480" cy="14400"/>
          </a:xfrm>
          <a:prstGeom prst="rect">
            <a:avLst/>
          </a:prstGeom>
          <a:solidFill>
            <a:srgbClr val="f2b42d"/>
          </a:solidFill>
          <a:ln w="0">
            <a:noFill/>
          </a:ln>
        </p:spPr>
        <p:style>
          <a:lnRef idx="0"/>
          <a:fillRef idx="0"/>
          <a:effectRef idx="0"/>
          <a:fontRef idx="minor"/>
        </p:style>
        <p:txBody>
          <a:bodyPr lIns="90000" rIns="90000" tIns="-29880" bIns="-29880" anchor="t">
            <a:noAutofit/>
          </a:bodyPr>
          <a:p>
            <a:pPr>
              <a:lnSpc>
                <a:spcPct val="100000"/>
              </a:lnSpc>
            </a:pPr>
            <a:endParaRPr b="0" lang="en-US" sz="1800" spc="-1" strike="noStrike">
              <a:solidFill>
                <a:srgbClr val="000000"/>
              </a:solidFill>
              <a:latin typeface="Arial"/>
            </a:endParaRPr>
          </a:p>
        </p:txBody>
      </p:sp>
      <p:sp>
        <p:nvSpPr>
          <p:cNvPr id="91" name="Text 34"/>
          <p:cNvSpPr/>
          <p:nvPr/>
        </p:nvSpPr>
        <p:spPr>
          <a:xfrm>
            <a:off x="9564840" y="6229440"/>
            <a:ext cx="1307880" cy="162720"/>
          </a:xfrm>
          <a:prstGeom prst="rect">
            <a:avLst/>
          </a:prstGeom>
          <a:noFill/>
          <a:ln w="0">
            <a:noFill/>
          </a:ln>
        </p:spPr>
        <p:style>
          <a:lnRef idx="0"/>
          <a:fillRef idx="0"/>
          <a:effectRef idx="0"/>
          <a:fontRef idx="minor"/>
        </p:style>
        <p:txBody>
          <a:bodyPr wrap="none" lIns="0" rIns="0" tIns="0" bIns="0" anchor="t">
            <a:noAutofit/>
          </a:bodyPr>
          <a:p>
            <a:pPr>
              <a:lnSpc>
                <a:spcPts val="1250"/>
              </a:lnSpc>
              <a:tabLst>
                <a:tab algn="l" pos="0"/>
              </a:tabLst>
            </a:pPr>
            <a:r>
              <a:rPr b="0" lang="en-US" sz="1000" spc="-1" strike="noStrike">
                <a:solidFill>
                  <a:srgbClr val="ffffff"/>
                </a:solidFill>
                <a:latin typeface="Nunito Semi Bold"/>
                <a:ea typeface="Nunito Semi Bold"/>
              </a:rPr>
              <a:t>Data Link Layer</a:t>
            </a:r>
            <a:endParaRPr b="0" lang="en-US" sz="1000" spc="-1" strike="noStrike">
              <a:solidFill>
                <a:srgbClr val="ffffff"/>
              </a:solidFill>
              <a:latin typeface="Arial"/>
            </a:endParaRPr>
          </a:p>
        </p:txBody>
      </p:sp>
      <p:sp>
        <p:nvSpPr>
          <p:cNvPr id="92" name="Text 35"/>
          <p:cNvSpPr/>
          <p:nvPr/>
        </p:nvSpPr>
        <p:spPr>
          <a:xfrm>
            <a:off x="9564840" y="6428160"/>
            <a:ext cx="4380480" cy="135360"/>
          </a:xfrm>
          <a:prstGeom prst="rect">
            <a:avLst/>
          </a:prstGeom>
          <a:noFill/>
          <a:ln w="0">
            <a:noFill/>
          </a:ln>
        </p:spPr>
        <p:style>
          <a:lnRef idx="0"/>
          <a:fillRef idx="0"/>
          <a:effectRef idx="0"/>
          <a:fontRef idx="minor"/>
        </p:style>
        <p:txBody>
          <a:bodyPr wrap="none" lIns="0" rIns="0" tIns="0" bIns="0" anchor="t">
            <a:noAutofit/>
          </a:bodyPr>
          <a:p>
            <a:pPr>
              <a:lnSpc>
                <a:spcPts val="1049"/>
              </a:lnSpc>
              <a:tabLst>
                <a:tab algn="l" pos="0"/>
              </a:tabLst>
            </a:pPr>
            <a:r>
              <a:rPr b="0" lang="en-US" sz="850" spc="-1" strike="noStrike">
                <a:solidFill>
                  <a:srgbClr val="ffffff"/>
                </a:solidFill>
                <a:latin typeface="PT Sans"/>
                <a:ea typeface="PT Sans"/>
              </a:rPr>
              <a:t>Frame constructed with MAC addresses</a:t>
            </a:r>
            <a:endParaRPr b="0" lang="en-US" sz="850" spc="-1" strike="noStrike">
              <a:solidFill>
                <a:srgbClr val="ffffff"/>
              </a:solidFill>
              <a:latin typeface="Arial"/>
            </a:endParaRPr>
          </a:p>
        </p:txBody>
      </p:sp>
      <p:sp>
        <p:nvSpPr>
          <p:cNvPr id="93" name="Text 36"/>
          <p:cNvSpPr/>
          <p:nvPr/>
        </p:nvSpPr>
        <p:spPr>
          <a:xfrm>
            <a:off x="684360" y="6706800"/>
            <a:ext cx="110520" cy="138240"/>
          </a:xfrm>
          <a:prstGeom prst="rect">
            <a:avLst/>
          </a:prstGeom>
          <a:noFill/>
          <a:ln w="0">
            <a:noFill/>
          </a:ln>
        </p:spPr>
        <p:style>
          <a:lnRef idx="0"/>
          <a:fillRef idx="0"/>
          <a:effectRef idx="0"/>
          <a:fontRef idx="minor"/>
        </p:style>
        <p:txBody>
          <a:bodyPr wrap="none" lIns="0" rIns="0" tIns="0" bIns="0" anchor="t">
            <a:noAutofit/>
          </a:bodyPr>
          <a:p>
            <a:pPr>
              <a:lnSpc>
                <a:spcPts val="1049"/>
              </a:lnSpc>
              <a:tabLst>
                <a:tab algn="l" pos="0"/>
              </a:tabLst>
            </a:pPr>
            <a:r>
              <a:rPr b="0" lang="en-US" sz="850" spc="-1" strike="noStrike">
                <a:solidFill>
                  <a:srgbClr val="ffffff"/>
                </a:solidFill>
                <a:latin typeface="Nunito Light"/>
                <a:ea typeface="Nunito Light"/>
              </a:rPr>
              <a:t>07</a:t>
            </a:r>
            <a:endParaRPr b="0" lang="en-US" sz="850" spc="-1" strike="noStrike">
              <a:solidFill>
                <a:srgbClr val="ffffff"/>
              </a:solidFill>
              <a:latin typeface="Arial"/>
            </a:endParaRPr>
          </a:p>
        </p:txBody>
      </p:sp>
      <p:sp>
        <p:nvSpPr>
          <p:cNvPr id="94" name="Shape 37"/>
          <p:cNvSpPr/>
          <p:nvPr/>
        </p:nvSpPr>
        <p:spPr>
          <a:xfrm>
            <a:off x="684360" y="6880680"/>
            <a:ext cx="13260600" cy="14400"/>
          </a:xfrm>
          <a:prstGeom prst="rect">
            <a:avLst/>
          </a:prstGeom>
          <a:solidFill>
            <a:srgbClr val="d7425e"/>
          </a:solidFill>
          <a:ln w="0">
            <a:noFill/>
          </a:ln>
        </p:spPr>
        <p:style>
          <a:lnRef idx="0"/>
          <a:fillRef idx="0"/>
          <a:effectRef idx="0"/>
          <a:fontRef idx="minor"/>
        </p:style>
        <p:txBody>
          <a:bodyPr lIns="90000" rIns="90000" tIns="-29880" bIns="-29880" anchor="t">
            <a:noAutofit/>
          </a:bodyPr>
          <a:p>
            <a:pPr>
              <a:lnSpc>
                <a:spcPct val="100000"/>
              </a:lnSpc>
            </a:pPr>
            <a:endParaRPr b="0" lang="en-US" sz="1800" spc="-1" strike="noStrike">
              <a:solidFill>
                <a:srgbClr val="ffffff"/>
              </a:solidFill>
              <a:latin typeface="Arial"/>
            </a:endParaRPr>
          </a:p>
        </p:txBody>
      </p:sp>
      <p:sp>
        <p:nvSpPr>
          <p:cNvPr id="95" name="Text 38"/>
          <p:cNvSpPr/>
          <p:nvPr/>
        </p:nvSpPr>
        <p:spPr>
          <a:xfrm>
            <a:off x="684360" y="6966720"/>
            <a:ext cx="1307880" cy="162720"/>
          </a:xfrm>
          <a:prstGeom prst="rect">
            <a:avLst/>
          </a:prstGeom>
          <a:noFill/>
          <a:ln w="0">
            <a:noFill/>
          </a:ln>
        </p:spPr>
        <p:style>
          <a:lnRef idx="0"/>
          <a:fillRef idx="0"/>
          <a:effectRef idx="0"/>
          <a:fontRef idx="minor"/>
        </p:style>
        <p:txBody>
          <a:bodyPr wrap="none" lIns="0" rIns="0" tIns="0" bIns="0" anchor="t">
            <a:noAutofit/>
          </a:bodyPr>
          <a:p>
            <a:pPr>
              <a:lnSpc>
                <a:spcPts val="1250"/>
              </a:lnSpc>
              <a:tabLst>
                <a:tab algn="l" pos="0"/>
              </a:tabLst>
            </a:pPr>
            <a:r>
              <a:rPr b="0" lang="en-US" sz="1000" spc="-1" strike="noStrike">
                <a:solidFill>
                  <a:srgbClr val="ffffff"/>
                </a:solidFill>
                <a:latin typeface="Nunito Semi Bold"/>
                <a:ea typeface="Nunito Semi Bold"/>
              </a:rPr>
              <a:t>Physical Layer</a:t>
            </a:r>
            <a:endParaRPr b="0" lang="en-US" sz="1000" spc="-1" strike="noStrike">
              <a:solidFill>
                <a:srgbClr val="ffffff"/>
              </a:solidFill>
              <a:latin typeface="Arial"/>
            </a:endParaRPr>
          </a:p>
        </p:txBody>
      </p:sp>
      <p:sp>
        <p:nvSpPr>
          <p:cNvPr id="96" name="Text 39"/>
          <p:cNvSpPr/>
          <p:nvPr/>
        </p:nvSpPr>
        <p:spPr>
          <a:xfrm>
            <a:off x="684360" y="7165440"/>
            <a:ext cx="13260600" cy="135360"/>
          </a:xfrm>
          <a:prstGeom prst="rect">
            <a:avLst/>
          </a:prstGeom>
          <a:noFill/>
          <a:ln w="0">
            <a:noFill/>
          </a:ln>
        </p:spPr>
        <p:style>
          <a:lnRef idx="0"/>
          <a:fillRef idx="0"/>
          <a:effectRef idx="0"/>
          <a:fontRef idx="minor"/>
        </p:style>
        <p:txBody>
          <a:bodyPr wrap="none" lIns="0" rIns="0" tIns="0" bIns="0" anchor="t">
            <a:noAutofit/>
          </a:bodyPr>
          <a:p>
            <a:pPr>
              <a:lnSpc>
                <a:spcPts val="1049"/>
              </a:lnSpc>
              <a:tabLst>
                <a:tab algn="l" pos="0"/>
              </a:tabLst>
            </a:pPr>
            <a:r>
              <a:rPr b="0" lang="en-US" sz="850" spc="-1" strike="noStrike">
                <a:solidFill>
                  <a:srgbClr val="ffffff"/>
                </a:solidFill>
                <a:latin typeface="PT Sans"/>
                <a:ea typeface="PT Sans"/>
              </a:rPr>
              <a:t>Bits encoded as physical signals</a:t>
            </a:r>
            <a:endParaRPr b="0" lang="en-US" sz="850" spc="-1" strike="noStrike">
              <a:solidFill>
                <a:srgbClr val="ffffff"/>
              </a:solidFill>
              <a:latin typeface="Arial"/>
            </a:endParaRPr>
          </a:p>
        </p:txBody>
      </p:sp>
      <p:sp>
        <p:nvSpPr>
          <p:cNvPr id="97" name="Shape 40"/>
          <p:cNvSpPr/>
          <p:nvPr/>
        </p:nvSpPr>
        <p:spPr>
          <a:xfrm>
            <a:off x="684360" y="7451280"/>
            <a:ext cx="13260600" cy="330840"/>
          </a:xfrm>
          <a:prstGeom prst="roundRect">
            <a:avLst>
              <a:gd name="adj" fmla="val 50305"/>
            </a:avLst>
          </a:prstGeom>
          <a:solidFill>
            <a:srgbClr val="483304"/>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pic>
        <p:nvPicPr>
          <p:cNvPr id="98" name="Image 1" descr="preencoded.png"/>
          <p:cNvPicPr/>
          <p:nvPr/>
        </p:nvPicPr>
        <p:blipFill>
          <a:blip r:embed="rId2"/>
          <a:stretch/>
        </p:blipFill>
        <p:spPr>
          <a:xfrm>
            <a:off x="795600" y="7599600"/>
            <a:ext cx="138240" cy="110520"/>
          </a:xfrm>
          <a:prstGeom prst="rect">
            <a:avLst/>
          </a:prstGeom>
          <a:ln w="0">
            <a:noFill/>
          </a:ln>
        </p:spPr>
      </p:pic>
      <p:sp>
        <p:nvSpPr>
          <p:cNvPr id="99" name="Text 41"/>
          <p:cNvSpPr/>
          <p:nvPr/>
        </p:nvSpPr>
        <p:spPr>
          <a:xfrm>
            <a:off x="1045800" y="7538040"/>
            <a:ext cx="12788280" cy="135360"/>
          </a:xfrm>
          <a:prstGeom prst="rect">
            <a:avLst/>
          </a:prstGeom>
          <a:noFill/>
          <a:ln w="0">
            <a:noFill/>
          </a:ln>
        </p:spPr>
        <p:style>
          <a:lnRef idx="0"/>
          <a:fillRef idx="0"/>
          <a:effectRef idx="0"/>
          <a:fontRef idx="minor"/>
        </p:style>
        <p:txBody>
          <a:bodyPr wrap="none" lIns="0" rIns="0" tIns="0" bIns="0" anchor="t">
            <a:noAutofit/>
          </a:bodyPr>
          <a:p>
            <a:pPr>
              <a:lnSpc>
                <a:spcPts val="1049"/>
              </a:lnSpc>
              <a:tabLst>
                <a:tab algn="l" pos="0"/>
              </a:tabLst>
            </a:pPr>
            <a:r>
              <a:rPr b="1" lang="en-US" sz="850" spc="-1" strike="noStrike">
                <a:solidFill>
                  <a:srgbClr val="ffffff"/>
                </a:solidFill>
                <a:latin typeface="PT Sans"/>
                <a:ea typeface="PT Sans"/>
              </a:rPr>
              <a:t>Logical vs. Physical:</a:t>
            </a:r>
            <a:r>
              <a:rPr b="0" lang="en-US" sz="850" spc="-1" strike="noStrike">
                <a:solidFill>
                  <a:srgbClr val="ffffff"/>
                </a:solidFill>
                <a:latin typeface="PT Sans"/>
                <a:ea typeface="PT Sans"/>
              </a:rPr>
              <a:t> Higher layers work with structured data and headers, while the Physical Layer deals exclusively with signal transmission techniques like encoding and modulation.</a:t>
            </a:r>
            <a:endParaRPr b="0" lang="en-US" sz="85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 name="Text 0"/>
          <p:cNvSpPr/>
          <p:nvPr/>
        </p:nvSpPr>
        <p:spPr>
          <a:xfrm>
            <a:off x="837720" y="767880"/>
            <a:ext cx="11268720" cy="584640"/>
          </a:xfrm>
          <a:prstGeom prst="rect">
            <a:avLst/>
          </a:prstGeom>
          <a:noFill/>
          <a:ln w="0">
            <a:noFill/>
          </a:ln>
        </p:spPr>
        <p:style>
          <a:lnRef idx="0"/>
          <a:fillRef idx="0"/>
          <a:effectRef idx="0"/>
          <a:fontRef idx="minor"/>
        </p:style>
        <p:txBody>
          <a:bodyPr wrap="none" lIns="0" rIns="0" tIns="0" bIns="0" anchor="t">
            <a:noAutofit/>
          </a:bodyPr>
          <a:p>
            <a:pPr>
              <a:lnSpc>
                <a:spcPts val="4601"/>
              </a:lnSpc>
              <a:tabLst>
                <a:tab algn="l" pos="0"/>
              </a:tabLst>
            </a:pPr>
            <a:r>
              <a:rPr b="0" lang="en-US" sz="3650" spc="-1" strike="noStrike">
                <a:solidFill>
                  <a:srgbClr val="ffffff"/>
                </a:solidFill>
                <a:latin typeface="Nunito Semi Bold"/>
                <a:ea typeface="Nunito Semi Bold"/>
              </a:rPr>
              <a:t>Upper Layers: Application, Presentation, and Session</a:t>
            </a:r>
            <a:endParaRPr b="0" lang="en-US" sz="3650" spc="-1" strike="noStrike">
              <a:solidFill>
                <a:srgbClr val="ffffff"/>
              </a:solidFill>
              <a:latin typeface="Arial"/>
            </a:endParaRPr>
          </a:p>
        </p:txBody>
      </p:sp>
      <p:sp>
        <p:nvSpPr>
          <p:cNvPr id="101" name="Shape 1"/>
          <p:cNvSpPr/>
          <p:nvPr/>
        </p:nvSpPr>
        <p:spPr>
          <a:xfrm>
            <a:off x="837720" y="1731240"/>
            <a:ext cx="4191480" cy="5729760"/>
          </a:xfrm>
          <a:prstGeom prst="roundRect">
            <a:avLst>
              <a:gd name="adj" fmla="val 7120"/>
            </a:avLst>
          </a:prstGeom>
          <a:solidFill>
            <a:srgbClr val="00002e"/>
          </a:solidFill>
          <a:ln w="22860">
            <a:solidFill>
              <a:srgbClr val="f2b42d"/>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02" name="Text 2"/>
          <p:cNvSpPr/>
          <p:nvPr/>
        </p:nvSpPr>
        <p:spPr>
          <a:xfrm>
            <a:off x="1059480" y="1953000"/>
            <a:ext cx="2878200" cy="291960"/>
          </a:xfrm>
          <a:prstGeom prst="rect">
            <a:avLst/>
          </a:prstGeom>
          <a:noFill/>
          <a:ln w="0">
            <a:noFill/>
          </a:ln>
        </p:spPr>
        <p:style>
          <a:lnRef idx="0"/>
          <a:fillRef idx="0"/>
          <a:effectRef idx="0"/>
          <a:fontRef idx="minor"/>
        </p:style>
        <p:txBody>
          <a:bodyPr wrap="none" lIns="0" rIns="0" tIns="0" bIns="0" anchor="t">
            <a:noAutofit/>
          </a:bodyPr>
          <a:p>
            <a:pPr>
              <a:lnSpc>
                <a:spcPts val="2299"/>
              </a:lnSpc>
              <a:tabLst>
                <a:tab algn="l" pos="0"/>
              </a:tabLst>
            </a:pPr>
            <a:r>
              <a:rPr b="0" lang="en-US" sz="1800" spc="-1" strike="noStrike">
                <a:solidFill>
                  <a:srgbClr val="ffffff"/>
                </a:solidFill>
                <a:latin typeface="Nunito Semi Bold"/>
                <a:ea typeface="Nunito Semi Bold"/>
              </a:rPr>
              <a:t>Application Layer (Layer 7)</a:t>
            </a:r>
            <a:endParaRPr b="0" lang="en-US" sz="1800" spc="-1" strike="noStrike">
              <a:solidFill>
                <a:srgbClr val="ffffff"/>
              </a:solidFill>
              <a:latin typeface="Arial"/>
            </a:endParaRPr>
          </a:p>
        </p:txBody>
      </p:sp>
      <p:sp>
        <p:nvSpPr>
          <p:cNvPr id="103" name="Text 3"/>
          <p:cNvSpPr/>
          <p:nvPr/>
        </p:nvSpPr>
        <p:spPr>
          <a:xfrm>
            <a:off x="1059480" y="2358720"/>
            <a:ext cx="3747960" cy="619920"/>
          </a:xfrm>
          <a:prstGeom prst="rect">
            <a:avLst/>
          </a:prstGeom>
          <a:noFill/>
          <a:ln w="0">
            <a:noFill/>
          </a:ln>
        </p:spPr>
        <p:style>
          <a:lnRef idx="0"/>
          <a:fillRef idx="0"/>
          <a:effectRef idx="0"/>
          <a:fontRef idx="minor"/>
        </p:style>
        <p:txBody>
          <a:bodyPr lIns="0" rIns="0" tIns="0" bIns="0" anchor="t">
            <a:noAutofit/>
          </a:bodyPr>
          <a:p>
            <a:pPr>
              <a:lnSpc>
                <a:spcPts val="2401"/>
              </a:lnSpc>
              <a:tabLst>
                <a:tab algn="l" pos="0"/>
              </a:tabLst>
            </a:pPr>
            <a:r>
              <a:rPr b="1" lang="en-US" sz="1550" spc="-1" strike="noStrike">
                <a:solidFill>
                  <a:srgbClr val="ffffff"/>
                </a:solidFill>
                <a:latin typeface="PT Sans"/>
                <a:ea typeface="PT Sans"/>
              </a:rPr>
              <a:t>Function:</a:t>
            </a:r>
            <a:r>
              <a:rPr b="0" lang="en-US" sz="1550" spc="-1" strike="noStrike">
                <a:solidFill>
                  <a:srgbClr val="ffffff"/>
                </a:solidFill>
                <a:latin typeface="PT Sans"/>
                <a:ea typeface="PT Sans"/>
              </a:rPr>
              <a:t> User data input and network service interface</a:t>
            </a:r>
            <a:endParaRPr b="0" lang="en-US" sz="1550" spc="-1" strike="noStrike">
              <a:solidFill>
                <a:srgbClr val="ffffff"/>
              </a:solidFill>
              <a:latin typeface="Arial"/>
            </a:endParaRPr>
          </a:p>
        </p:txBody>
      </p:sp>
      <p:sp>
        <p:nvSpPr>
          <p:cNvPr id="104" name="Text 4"/>
          <p:cNvSpPr/>
          <p:nvPr/>
        </p:nvSpPr>
        <p:spPr>
          <a:xfrm>
            <a:off x="1059480" y="3092760"/>
            <a:ext cx="3747960" cy="1860840"/>
          </a:xfrm>
          <a:prstGeom prst="rect">
            <a:avLst/>
          </a:prstGeom>
          <a:noFill/>
          <a:ln w="0">
            <a:noFill/>
          </a:ln>
        </p:spPr>
        <p:style>
          <a:lnRef idx="0"/>
          <a:fillRef idx="0"/>
          <a:effectRef idx="0"/>
          <a:fontRef idx="minor"/>
        </p:style>
        <p:txBody>
          <a:bodyPr lIns="0" rIns="0" tIns="0" bIns="0" anchor="t">
            <a:noAutofit/>
          </a:bodyPr>
          <a:p>
            <a:pPr>
              <a:lnSpc>
                <a:spcPts val="2401"/>
              </a:lnSpc>
              <a:tabLst>
                <a:tab algn="l" pos="0"/>
              </a:tabLst>
            </a:pPr>
            <a:r>
              <a:rPr b="0" lang="en-US" sz="1550" spc="-1" strike="noStrike">
                <a:solidFill>
                  <a:srgbClr val="ffffff"/>
                </a:solidFill>
                <a:latin typeface="PT Sans"/>
                <a:ea typeface="PT Sans"/>
              </a:rPr>
              <a:t>The Application Layer represents the actual data generated by user applications—HTTP requests, file transfers, email messages, or database queries. In the emulator, this is where users input their test data, which can be plain text or simulated application data.</a:t>
            </a:r>
            <a:endParaRPr b="0" lang="en-US" sz="1550" spc="-1" strike="noStrike">
              <a:solidFill>
                <a:srgbClr val="ffffff"/>
              </a:solidFill>
              <a:latin typeface="Arial"/>
            </a:endParaRPr>
          </a:p>
        </p:txBody>
      </p:sp>
      <p:sp>
        <p:nvSpPr>
          <p:cNvPr id="105" name="Text 5"/>
          <p:cNvSpPr/>
          <p:nvPr/>
        </p:nvSpPr>
        <p:spPr>
          <a:xfrm>
            <a:off x="1052640" y="5617440"/>
            <a:ext cx="3747960" cy="1240560"/>
          </a:xfrm>
          <a:prstGeom prst="rect">
            <a:avLst/>
          </a:prstGeom>
          <a:noFill/>
          <a:ln w="0">
            <a:noFill/>
          </a:ln>
        </p:spPr>
        <p:style>
          <a:lnRef idx="0"/>
          <a:fillRef idx="0"/>
          <a:effectRef idx="0"/>
          <a:fontRef idx="minor"/>
        </p:style>
        <p:txBody>
          <a:bodyPr lIns="0" rIns="0" tIns="0" bIns="0" anchor="t">
            <a:noAutofit/>
          </a:bodyPr>
          <a:p>
            <a:pPr>
              <a:lnSpc>
                <a:spcPts val="2401"/>
              </a:lnSpc>
              <a:tabLst>
                <a:tab algn="l" pos="0"/>
              </a:tabLst>
            </a:pPr>
            <a:r>
              <a:rPr b="1" lang="en-US" sz="1550" spc="-1" strike="noStrike">
                <a:solidFill>
                  <a:srgbClr val="ffffff"/>
                </a:solidFill>
                <a:latin typeface="PT Sans"/>
                <a:ea typeface="PT Sans"/>
              </a:rPr>
              <a:t>OSI Definition:</a:t>
            </a:r>
            <a:r>
              <a:rPr b="0" lang="en-US" sz="1550" spc="-1" strike="noStrike">
                <a:solidFill>
                  <a:srgbClr val="ffffff"/>
                </a:solidFill>
                <a:latin typeface="PT Sans"/>
                <a:ea typeface="PT Sans"/>
              </a:rPr>
              <a:t> Provides network services directly to user applications and serves as the interface between software and network functionality.</a:t>
            </a:r>
            <a:endParaRPr b="0" lang="en-US" sz="1550" spc="-1" strike="noStrike">
              <a:solidFill>
                <a:srgbClr val="ffffff"/>
              </a:solidFill>
              <a:latin typeface="Arial"/>
            </a:endParaRPr>
          </a:p>
        </p:txBody>
      </p:sp>
      <p:sp>
        <p:nvSpPr>
          <p:cNvPr id="106" name="Shape 6"/>
          <p:cNvSpPr/>
          <p:nvPr/>
        </p:nvSpPr>
        <p:spPr>
          <a:xfrm>
            <a:off x="5218920" y="1731240"/>
            <a:ext cx="4191480" cy="5729760"/>
          </a:xfrm>
          <a:prstGeom prst="roundRect">
            <a:avLst>
              <a:gd name="adj" fmla="val 7120"/>
            </a:avLst>
          </a:prstGeom>
          <a:solidFill>
            <a:srgbClr val="00002e"/>
          </a:solidFill>
          <a:ln w="22860">
            <a:solidFill>
              <a:srgbClr val="d7425e"/>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07" name="Text 7"/>
          <p:cNvSpPr/>
          <p:nvPr/>
        </p:nvSpPr>
        <p:spPr>
          <a:xfrm>
            <a:off x="5440680" y="1953000"/>
            <a:ext cx="3011040" cy="291960"/>
          </a:xfrm>
          <a:prstGeom prst="rect">
            <a:avLst/>
          </a:prstGeom>
          <a:noFill/>
          <a:ln w="0">
            <a:noFill/>
          </a:ln>
        </p:spPr>
        <p:style>
          <a:lnRef idx="0"/>
          <a:fillRef idx="0"/>
          <a:effectRef idx="0"/>
          <a:fontRef idx="minor"/>
        </p:style>
        <p:txBody>
          <a:bodyPr wrap="none" lIns="0" rIns="0" tIns="0" bIns="0" anchor="t">
            <a:noAutofit/>
          </a:bodyPr>
          <a:p>
            <a:pPr>
              <a:lnSpc>
                <a:spcPts val="2299"/>
              </a:lnSpc>
              <a:tabLst>
                <a:tab algn="l" pos="0"/>
              </a:tabLst>
            </a:pPr>
            <a:r>
              <a:rPr b="0" lang="en-US" sz="1800" spc="-1" strike="noStrike">
                <a:solidFill>
                  <a:srgbClr val="ffffff"/>
                </a:solidFill>
                <a:latin typeface="Nunito Semi Bold"/>
                <a:ea typeface="Nunito Semi Bold"/>
              </a:rPr>
              <a:t>Presentation Layer (Layer 6)</a:t>
            </a:r>
            <a:endParaRPr b="0" lang="en-US" sz="1800" spc="-1" strike="noStrike">
              <a:solidFill>
                <a:srgbClr val="ffffff"/>
              </a:solidFill>
              <a:latin typeface="Arial"/>
            </a:endParaRPr>
          </a:p>
        </p:txBody>
      </p:sp>
      <p:sp>
        <p:nvSpPr>
          <p:cNvPr id="108" name="Text 8"/>
          <p:cNvSpPr/>
          <p:nvPr/>
        </p:nvSpPr>
        <p:spPr>
          <a:xfrm>
            <a:off x="5440680" y="2358720"/>
            <a:ext cx="3747960" cy="619920"/>
          </a:xfrm>
          <a:prstGeom prst="rect">
            <a:avLst/>
          </a:prstGeom>
          <a:noFill/>
          <a:ln w="0">
            <a:noFill/>
          </a:ln>
        </p:spPr>
        <p:style>
          <a:lnRef idx="0"/>
          <a:fillRef idx="0"/>
          <a:effectRef idx="0"/>
          <a:fontRef idx="minor"/>
        </p:style>
        <p:txBody>
          <a:bodyPr lIns="0" rIns="0" tIns="0" bIns="0" anchor="t">
            <a:noAutofit/>
          </a:bodyPr>
          <a:p>
            <a:pPr>
              <a:lnSpc>
                <a:spcPts val="2401"/>
              </a:lnSpc>
              <a:tabLst>
                <a:tab algn="l" pos="0"/>
              </a:tabLst>
            </a:pPr>
            <a:r>
              <a:rPr b="1" lang="en-US" sz="1550" spc="-1" strike="noStrike">
                <a:solidFill>
                  <a:srgbClr val="ffffff"/>
                </a:solidFill>
                <a:latin typeface="PT Sans"/>
                <a:ea typeface="PT Sans"/>
              </a:rPr>
              <a:t>Function:</a:t>
            </a:r>
            <a:r>
              <a:rPr b="0" lang="en-US" sz="1550" spc="-1" strike="noStrike">
                <a:solidFill>
                  <a:srgbClr val="ffffff"/>
                </a:solidFill>
                <a:latin typeface="PT Sans"/>
                <a:ea typeface="PT Sans"/>
              </a:rPr>
              <a:t> Data translation, encryption, and compression</a:t>
            </a:r>
            <a:endParaRPr b="0" lang="en-US" sz="1550" spc="-1" strike="noStrike">
              <a:solidFill>
                <a:srgbClr val="ffffff"/>
              </a:solidFill>
              <a:latin typeface="Arial"/>
            </a:endParaRPr>
          </a:p>
        </p:txBody>
      </p:sp>
      <p:sp>
        <p:nvSpPr>
          <p:cNvPr id="109" name="Text 9"/>
          <p:cNvSpPr/>
          <p:nvPr/>
        </p:nvSpPr>
        <p:spPr>
          <a:xfrm>
            <a:off x="5440680" y="3092760"/>
            <a:ext cx="3747960" cy="2481480"/>
          </a:xfrm>
          <a:prstGeom prst="rect">
            <a:avLst/>
          </a:prstGeom>
          <a:noFill/>
          <a:ln w="0">
            <a:noFill/>
          </a:ln>
        </p:spPr>
        <p:style>
          <a:lnRef idx="0"/>
          <a:fillRef idx="0"/>
          <a:effectRef idx="0"/>
          <a:fontRef idx="minor"/>
        </p:style>
        <p:txBody>
          <a:bodyPr lIns="0" rIns="0" tIns="0" bIns="0" anchor="t">
            <a:noAutofit/>
          </a:bodyPr>
          <a:p>
            <a:pPr>
              <a:lnSpc>
                <a:spcPts val="2401"/>
              </a:lnSpc>
              <a:tabLst>
                <a:tab algn="l" pos="0"/>
              </a:tabLst>
            </a:pPr>
            <a:r>
              <a:rPr b="0" lang="en-US" sz="1550" spc="-1" strike="noStrike">
                <a:solidFill>
                  <a:srgbClr val="ffffff"/>
                </a:solidFill>
                <a:latin typeface="PT Sans"/>
                <a:ea typeface="PT Sans"/>
              </a:rPr>
              <a:t>This layer transforms data into a format suitable for network transmission. The emulator demonstrates character encoding (ASCII, UTF-8), optional encryption using simulated cryptographic algorithms, and data compression. The encoded data remains logically intact but appears transformed to external observers.</a:t>
            </a:r>
            <a:endParaRPr b="0" lang="en-US" sz="1550" spc="-1" strike="noStrike">
              <a:solidFill>
                <a:srgbClr val="ffffff"/>
              </a:solidFill>
              <a:latin typeface="Arial"/>
            </a:endParaRPr>
          </a:p>
        </p:txBody>
      </p:sp>
      <p:sp>
        <p:nvSpPr>
          <p:cNvPr id="110" name="Text 10"/>
          <p:cNvSpPr/>
          <p:nvPr/>
        </p:nvSpPr>
        <p:spPr>
          <a:xfrm>
            <a:off x="5440680" y="5943600"/>
            <a:ext cx="3747960" cy="1240560"/>
          </a:xfrm>
          <a:prstGeom prst="rect">
            <a:avLst/>
          </a:prstGeom>
          <a:noFill/>
          <a:ln w="0">
            <a:noFill/>
          </a:ln>
        </p:spPr>
        <p:style>
          <a:lnRef idx="0"/>
          <a:fillRef idx="0"/>
          <a:effectRef idx="0"/>
          <a:fontRef idx="minor"/>
        </p:style>
        <p:txBody>
          <a:bodyPr lIns="0" rIns="0" tIns="0" bIns="0" anchor="t">
            <a:noAutofit/>
          </a:bodyPr>
          <a:p>
            <a:pPr>
              <a:lnSpc>
                <a:spcPts val="2401"/>
              </a:lnSpc>
              <a:tabLst>
                <a:tab algn="l" pos="0"/>
              </a:tabLst>
            </a:pPr>
            <a:r>
              <a:rPr b="1" lang="en-US" sz="1550" spc="-1" strike="noStrike">
                <a:solidFill>
                  <a:srgbClr val="ffffff"/>
                </a:solidFill>
                <a:latin typeface="PT Sans"/>
                <a:ea typeface="PT Sans"/>
              </a:rPr>
              <a:t>OSI Definition:</a:t>
            </a:r>
            <a:r>
              <a:rPr b="0" lang="en-US" sz="1550" spc="-1" strike="noStrike">
                <a:solidFill>
                  <a:srgbClr val="ffffff"/>
                </a:solidFill>
                <a:latin typeface="PT Sans"/>
                <a:ea typeface="PT Sans"/>
              </a:rPr>
              <a:t> Translates data between application and network formats, ensuring data is syntactically and semantically correct.</a:t>
            </a:r>
            <a:endParaRPr b="0" lang="en-US" sz="1550" spc="-1" strike="noStrike">
              <a:solidFill>
                <a:srgbClr val="ffffff"/>
              </a:solidFill>
              <a:latin typeface="Arial"/>
            </a:endParaRPr>
          </a:p>
        </p:txBody>
      </p:sp>
      <p:sp>
        <p:nvSpPr>
          <p:cNvPr id="111" name="Shape 11"/>
          <p:cNvSpPr/>
          <p:nvPr/>
        </p:nvSpPr>
        <p:spPr>
          <a:xfrm>
            <a:off x="9600120" y="1731240"/>
            <a:ext cx="4191840" cy="5729760"/>
          </a:xfrm>
          <a:prstGeom prst="roundRect">
            <a:avLst>
              <a:gd name="adj" fmla="val 7119"/>
            </a:avLst>
          </a:prstGeom>
          <a:solidFill>
            <a:srgbClr val="00002e"/>
          </a:solidFill>
          <a:ln w="22860">
            <a:solidFill>
              <a:srgbClr val="dd785e"/>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12" name="Text 12"/>
          <p:cNvSpPr/>
          <p:nvPr/>
        </p:nvSpPr>
        <p:spPr>
          <a:xfrm>
            <a:off x="9822240" y="1953000"/>
            <a:ext cx="2477160" cy="291960"/>
          </a:xfrm>
          <a:prstGeom prst="rect">
            <a:avLst/>
          </a:prstGeom>
          <a:noFill/>
          <a:ln w="0">
            <a:noFill/>
          </a:ln>
        </p:spPr>
        <p:style>
          <a:lnRef idx="0"/>
          <a:fillRef idx="0"/>
          <a:effectRef idx="0"/>
          <a:fontRef idx="minor"/>
        </p:style>
        <p:txBody>
          <a:bodyPr wrap="none" lIns="0" rIns="0" tIns="0" bIns="0" anchor="t">
            <a:noAutofit/>
          </a:bodyPr>
          <a:p>
            <a:pPr>
              <a:lnSpc>
                <a:spcPts val="2299"/>
              </a:lnSpc>
              <a:tabLst>
                <a:tab algn="l" pos="0"/>
              </a:tabLst>
            </a:pPr>
            <a:r>
              <a:rPr b="0" lang="en-US" sz="1800" spc="-1" strike="noStrike">
                <a:solidFill>
                  <a:srgbClr val="ffffff"/>
                </a:solidFill>
                <a:latin typeface="Nunito Semi Bold"/>
                <a:ea typeface="Nunito Semi Bold"/>
              </a:rPr>
              <a:t>Session Layer (Layer 5)</a:t>
            </a:r>
            <a:endParaRPr b="0" lang="en-US" sz="1800" spc="-1" strike="noStrike">
              <a:solidFill>
                <a:srgbClr val="ffffff"/>
              </a:solidFill>
              <a:latin typeface="Arial"/>
            </a:endParaRPr>
          </a:p>
        </p:txBody>
      </p:sp>
      <p:sp>
        <p:nvSpPr>
          <p:cNvPr id="113" name="Text 13"/>
          <p:cNvSpPr/>
          <p:nvPr/>
        </p:nvSpPr>
        <p:spPr>
          <a:xfrm>
            <a:off x="9822240" y="2358720"/>
            <a:ext cx="3747960" cy="619920"/>
          </a:xfrm>
          <a:prstGeom prst="rect">
            <a:avLst/>
          </a:prstGeom>
          <a:noFill/>
          <a:ln w="0">
            <a:noFill/>
          </a:ln>
        </p:spPr>
        <p:style>
          <a:lnRef idx="0"/>
          <a:fillRef idx="0"/>
          <a:effectRef idx="0"/>
          <a:fontRef idx="minor"/>
        </p:style>
        <p:txBody>
          <a:bodyPr lIns="0" rIns="0" tIns="0" bIns="0" anchor="t">
            <a:noAutofit/>
          </a:bodyPr>
          <a:p>
            <a:pPr>
              <a:lnSpc>
                <a:spcPts val="2401"/>
              </a:lnSpc>
              <a:tabLst>
                <a:tab algn="l" pos="0"/>
              </a:tabLst>
            </a:pPr>
            <a:r>
              <a:rPr b="1" lang="en-US" sz="1550" spc="-1" strike="noStrike">
                <a:solidFill>
                  <a:srgbClr val="ffffff"/>
                </a:solidFill>
                <a:latin typeface="PT Sans"/>
                <a:ea typeface="PT Sans"/>
              </a:rPr>
              <a:t>Function:</a:t>
            </a:r>
            <a:r>
              <a:rPr b="0" lang="en-US" sz="1550" spc="-1" strike="noStrike">
                <a:solidFill>
                  <a:srgbClr val="ffffff"/>
                </a:solidFill>
                <a:latin typeface="PT Sans"/>
                <a:ea typeface="PT Sans"/>
              </a:rPr>
              <a:t> Session establishment and management</a:t>
            </a:r>
            <a:endParaRPr b="0" lang="en-US" sz="1550" spc="-1" strike="noStrike">
              <a:solidFill>
                <a:srgbClr val="ffffff"/>
              </a:solidFill>
              <a:latin typeface="Arial"/>
            </a:endParaRPr>
          </a:p>
        </p:txBody>
      </p:sp>
      <p:sp>
        <p:nvSpPr>
          <p:cNvPr id="114" name="Text 14"/>
          <p:cNvSpPr/>
          <p:nvPr/>
        </p:nvSpPr>
        <p:spPr>
          <a:xfrm>
            <a:off x="9822240" y="3092760"/>
            <a:ext cx="3747960" cy="2791800"/>
          </a:xfrm>
          <a:prstGeom prst="rect">
            <a:avLst/>
          </a:prstGeom>
          <a:noFill/>
          <a:ln w="0">
            <a:noFill/>
          </a:ln>
        </p:spPr>
        <p:style>
          <a:lnRef idx="0"/>
          <a:fillRef idx="0"/>
          <a:effectRef idx="0"/>
          <a:fontRef idx="minor"/>
        </p:style>
        <p:txBody>
          <a:bodyPr lIns="0" rIns="0" tIns="0" bIns="0" anchor="t">
            <a:noAutofit/>
          </a:bodyPr>
          <a:p>
            <a:pPr>
              <a:lnSpc>
                <a:spcPts val="2401"/>
              </a:lnSpc>
              <a:tabLst>
                <a:tab algn="l" pos="0"/>
              </a:tabLst>
            </a:pPr>
            <a:r>
              <a:rPr b="0" lang="en-US" sz="1550" spc="-1" strike="noStrike">
                <a:solidFill>
                  <a:srgbClr val="ffffff"/>
                </a:solidFill>
                <a:latin typeface="PT Sans"/>
                <a:ea typeface="PT Sans"/>
              </a:rPr>
              <a:t>The Session Layer creates, maintains, and terminates communication sessions between applications. The emulator generates unique session identifiers, manages session state, and handles synchronization points. This layer ensures that multiple application processes can communicate simultaneously without interference.</a:t>
            </a:r>
            <a:endParaRPr b="0" lang="en-US" sz="1550" spc="-1" strike="noStrike">
              <a:solidFill>
                <a:srgbClr val="ffffff"/>
              </a:solidFill>
              <a:latin typeface="Arial"/>
            </a:endParaRPr>
          </a:p>
        </p:txBody>
      </p:sp>
      <p:sp>
        <p:nvSpPr>
          <p:cNvPr id="115" name="Text 15"/>
          <p:cNvSpPr/>
          <p:nvPr/>
        </p:nvSpPr>
        <p:spPr>
          <a:xfrm>
            <a:off x="9822240" y="5998680"/>
            <a:ext cx="3747960" cy="1240560"/>
          </a:xfrm>
          <a:prstGeom prst="rect">
            <a:avLst/>
          </a:prstGeom>
          <a:noFill/>
          <a:ln w="0">
            <a:noFill/>
          </a:ln>
        </p:spPr>
        <p:style>
          <a:lnRef idx="0"/>
          <a:fillRef idx="0"/>
          <a:effectRef idx="0"/>
          <a:fontRef idx="minor"/>
        </p:style>
        <p:txBody>
          <a:bodyPr lIns="0" rIns="0" tIns="0" bIns="0" anchor="t">
            <a:noAutofit/>
          </a:bodyPr>
          <a:p>
            <a:pPr>
              <a:lnSpc>
                <a:spcPts val="2401"/>
              </a:lnSpc>
              <a:tabLst>
                <a:tab algn="l" pos="0"/>
              </a:tabLst>
            </a:pPr>
            <a:r>
              <a:rPr b="1" lang="en-US" sz="1550" spc="-1" strike="noStrike">
                <a:solidFill>
                  <a:srgbClr val="ffffff"/>
                </a:solidFill>
                <a:latin typeface="PT Sans"/>
                <a:ea typeface="PT Sans"/>
              </a:rPr>
              <a:t>OSI Definition:</a:t>
            </a:r>
            <a:r>
              <a:rPr b="0" lang="en-US" sz="1550" spc="-1" strike="noStrike">
                <a:solidFill>
                  <a:srgbClr val="ffffff"/>
                </a:solidFill>
                <a:latin typeface="PT Sans"/>
                <a:ea typeface="PT Sans"/>
              </a:rPr>
              <a:t> Establishes, manages, and terminates connections between applications, providing mechanisms for dialogue control and synchronization.</a:t>
            </a:r>
            <a:endParaRPr b="0" lang="en-US" sz="155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 name="Text 0"/>
          <p:cNvSpPr/>
          <p:nvPr/>
        </p:nvSpPr>
        <p:spPr>
          <a:xfrm>
            <a:off x="828720" y="587880"/>
            <a:ext cx="8114400" cy="547560"/>
          </a:xfrm>
          <a:prstGeom prst="rect">
            <a:avLst/>
          </a:prstGeom>
          <a:noFill/>
          <a:ln w="0">
            <a:noFill/>
          </a:ln>
        </p:spPr>
        <p:style>
          <a:lnRef idx="0"/>
          <a:fillRef idx="0"/>
          <a:effectRef idx="0"/>
          <a:fontRef idx="minor"/>
        </p:style>
        <p:txBody>
          <a:bodyPr wrap="none" lIns="0" rIns="0" tIns="0" bIns="0" anchor="t">
            <a:noAutofit/>
          </a:bodyPr>
          <a:p>
            <a:pPr>
              <a:lnSpc>
                <a:spcPts val="4300"/>
              </a:lnSpc>
              <a:tabLst>
                <a:tab algn="l" pos="0"/>
              </a:tabLst>
            </a:pPr>
            <a:r>
              <a:rPr b="0" lang="en-US" sz="3450" spc="-1" strike="noStrike">
                <a:solidFill>
                  <a:srgbClr val="ffffff"/>
                </a:solidFill>
                <a:latin typeface="Nunito Semi Bold"/>
                <a:ea typeface="Nunito Semi Bold"/>
              </a:rPr>
              <a:t>Transport Layer: TCP and UDP Protocols</a:t>
            </a:r>
            <a:endParaRPr b="0" lang="en-US" sz="3450" spc="-1" strike="noStrike">
              <a:solidFill>
                <a:srgbClr val="ffffff"/>
              </a:solidFill>
              <a:latin typeface="Arial"/>
            </a:endParaRPr>
          </a:p>
        </p:txBody>
      </p:sp>
      <p:sp>
        <p:nvSpPr>
          <p:cNvPr id="117" name="Text 1"/>
          <p:cNvSpPr/>
          <p:nvPr/>
        </p:nvSpPr>
        <p:spPr>
          <a:xfrm>
            <a:off x="828720" y="1550880"/>
            <a:ext cx="2631240" cy="328320"/>
          </a:xfrm>
          <a:prstGeom prst="rect">
            <a:avLst/>
          </a:prstGeom>
          <a:noFill/>
          <a:ln w="0">
            <a:noFill/>
          </a:ln>
        </p:spPr>
        <p:style>
          <a:lnRef idx="0"/>
          <a:fillRef idx="0"/>
          <a:effectRef idx="0"/>
          <a:fontRef idx="minor"/>
        </p:style>
        <p:txBody>
          <a:bodyPr wrap="none" lIns="0" rIns="0" tIns="0" bIns="0" anchor="t">
            <a:noAutofit/>
          </a:bodyPr>
          <a:p>
            <a:pPr>
              <a:lnSpc>
                <a:spcPts val="2551"/>
              </a:lnSpc>
              <a:tabLst>
                <a:tab algn="l" pos="0"/>
              </a:tabLst>
            </a:pPr>
            <a:r>
              <a:rPr b="0" lang="en-US" sz="2050" spc="-1" strike="noStrike">
                <a:solidFill>
                  <a:srgbClr val="ffffff"/>
                </a:solidFill>
                <a:latin typeface="Nunito Semi Bold"/>
                <a:ea typeface="Nunito Semi Bold"/>
              </a:rPr>
              <a:t>Core Functions</a:t>
            </a:r>
            <a:endParaRPr b="0" lang="en-US" sz="2050" spc="-1" strike="noStrike">
              <a:solidFill>
                <a:srgbClr val="ffffff"/>
              </a:solidFill>
              <a:latin typeface="Arial"/>
            </a:endParaRPr>
          </a:p>
        </p:txBody>
      </p:sp>
      <p:sp>
        <p:nvSpPr>
          <p:cNvPr id="118" name="Text 2"/>
          <p:cNvSpPr/>
          <p:nvPr/>
        </p:nvSpPr>
        <p:spPr>
          <a:xfrm>
            <a:off x="828720" y="2045520"/>
            <a:ext cx="8272800" cy="844920"/>
          </a:xfrm>
          <a:prstGeom prst="rect">
            <a:avLst/>
          </a:prstGeom>
          <a:noFill/>
          <a:ln w="0">
            <a:noFill/>
          </a:ln>
        </p:spPr>
        <p:style>
          <a:lnRef idx="0"/>
          <a:fillRef idx="0"/>
          <a:effectRef idx="0"/>
          <a:fontRef idx="minor"/>
        </p:style>
        <p:txBody>
          <a:bodyPr lIns="0" rIns="0" tIns="0" bIns="0" anchor="t">
            <a:noAutofit/>
          </a:bodyPr>
          <a:p>
            <a:pPr>
              <a:lnSpc>
                <a:spcPts val="2200"/>
              </a:lnSpc>
              <a:tabLst>
                <a:tab algn="l" pos="0"/>
              </a:tabLst>
            </a:pPr>
            <a:r>
              <a:rPr b="0" lang="en-US" sz="1450" spc="-1" strike="noStrike">
                <a:solidFill>
                  <a:srgbClr val="ffffff"/>
                </a:solidFill>
                <a:latin typeface="PT Sans"/>
                <a:ea typeface="PT Sans"/>
              </a:rPr>
              <a:t>The Transport Layer segments data from upper layers and adds port numbers for application multiplexing. Users can select between TCP (connection-oriented, reliable) and UDP (connectionless, fast) protocols based on application requirements.</a:t>
            </a:r>
            <a:endParaRPr b="0" lang="en-US" sz="1450" spc="-1" strike="noStrike">
              <a:solidFill>
                <a:srgbClr val="ffffff"/>
              </a:solidFill>
              <a:latin typeface="Arial"/>
            </a:endParaRPr>
          </a:p>
        </p:txBody>
      </p:sp>
      <p:sp>
        <p:nvSpPr>
          <p:cNvPr id="119" name="Text 3"/>
          <p:cNvSpPr/>
          <p:nvPr/>
        </p:nvSpPr>
        <p:spPr>
          <a:xfrm>
            <a:off x="828720" y="3056760"/>
            <a:ext cx="2192760" cy="273240"/>
          </a:xfrm>
          <a:prstGeom prst="rect">
            <a:avLst/>
          </a:prstGeom>
          <a:noFill/>
          <a:ln w="0">
            <a:noFill/>
          </a:ln>
        </p:spPr>
        <p:style>
          <a:lnRef idx="0"/>
          <a:fillRef idx="0"/>
          <a:effectRef idx="0"/>
          <a:fontRef idx="minor"/>
        </p:style>
        <p:txBody>
          <a:bodyPr wrap="none" lIns="0" rIns="0" tIns="0" bIns="0" anchor="t">
            <a:noAutofit/>
          </a:bodyPr>
          <a:p>
            <a:pPr>
              <a:lnSpc>
                <a:spcPts val="2149"/>
              </a:lnSpc>
              <a:tabLst>
                <a:tab algn="l" pos="0"/>
              </a:tabLst>
            </a:pPr>
            <a:r>
              <a:rPr b="0" lang="en-US" sz="1700" spc="-1" strike="noStrike">
                <a:solidFill>
                  <a:srgbClr val="ffffff"/>
                </a:solidFill>
                <a:latin typeface="Nunito Semi Bold"/>
                <a:ea typeface="Nunito Semi Bold"/>
              </a:rPr>
              <a:t>TCP Header Structure</a:t>
            </a:r>
            <a:endParaRPr b="0" lang="en-US" sz="1700" spc="-1" strike="noStrike">
              <a:solidFill>
                <a:srgbClr val="ffffff"/>
              </a:solidFill>
              <a:latin typeface="Arial"/>
            </a:endParaRPr>
          </a:p>
        </p:txBody>
      </p:sp>
      <p:sp>
        <p:nvSpPr>
          <p:cNvPr id="120" name="Text 4"/>
          <p:cNvSpPr/>
          <p:nvPr/>
        </p:nvSpPr>
        <p:spPr>
          <a:xfrm>
            <a:off x="828720" y="3323160"/>
            <a:ext cx="8272800" cy="1690920"/>
          </a:xfrm>
          <a:prstGeom prst="rect">
            <a:avLst/>
          </a:prstGeom>
          <a:noFill/>
          <a:ln w="0">
            <a:noFill/>
          </a:ln>
        </p:spPr>
        <p:style>
          <a:lnRef idx="0"/>
          <a:fillRef idx="0"/>
          <a:effectRef idx="0"/>
          <a:fontRef idx="minor"/>
        </p:style>
        <p:txBody>
          <a:bodyPr lIns="0" rIns="0" tIns="0" bIns="0" anchor="t">
            <a:noAutofit/>
          </a:bodyPr>
          <a:p>
            <a:pPr>
              <a:lnSpc>
                <a:spcPts val="2200"/>
              </a:lnSpc>
              <a:tabLst>
                <a:tab algn="l" pos="0"/>
              </a:tabLst>
            </a:pPr>
            <a:r>
              <a:rPr b="1" lang="en-US" sz="1450" spc="-1" strike="noStrike">
                <a:solidFill>
                  <a:srgbClr val="ffffff"/>
                </a:solidFill>
                <a:latin typeface="PT Sans"/>
                <a:ea typeface="PT Sans"/>
              </a:rPr>
              <a:t>Source Port:</a:t>
            </a:r>
            <a:r>
              <a:rPr b="0" lang="en-US" sz="1450" spc="-1" strike="noStrike">
                <a:solidFill>
                  <a:srgbClr val="ffffff"/>
                </a:solidFill>
                <a:latin typeface="PT Sans"/>
                <a:ea typeface="PT Sans"/>
              </a:rPr>
              <a:t> Sender's application port (16 bits)</a:t>
            </a:r>
            <a:endParaRPr b="0" lang="en-US" sz="1450" spc="-1" strike="noStrike">
              <a:solidFill>
                <a:srgbClr val="ffffff"/>
              </a:solidFill>
              <a:latin typeface="Arial"/>
            </a:endParaRPr>
          </a:p>
          <a:p>
            <a:pPr>
              <a:lnSpc>
                <a:spcPts val="2200"/>
              </a:lnSpc>
              <a:tabLst>
                <a:tab algn="l" pos="0"/>
              </a:tabLst>
            </a:pPr>
            <a:r>
              <a:rPr b="1" lang="en-US" sz="1450" spc="-1" strike="noStrike">
                <a:solidFill>
                  <a:srgbClr val="ffffff"/>
                </a:solidFill>
                <a:latin typeface="PT Sans"/>
                <a:ea typeface="PT Sans"/>
              </a:rPr>
              <a:t>Destination Port:</a:t>
            </a:r>
            <a:r>
              <a:rPr b="0" lang="en-US" sz="1450" spc="-1" strike="noStrike">
                <a:solidFill>
                  <a:srgbClr val="ffffff"/>
                </a:solidFill>
                <a:latin typeface="PT Sans"/>
                <a:ea typeface="PT Sans"/>
              </a:rPr>
              <a:t> Receiver's application port (16 bits)</a:t>
            </a:r>
            <a:endParaRPr b="0" lang="en-US" sz="1450" spc="-1" strike="noStrike">
              <a:solidFill>
                <a:srgbClr val="ffffff"/>
              </a:solidFill>
              <a:latin typeface="Arial"/>
            </a:endParaRPr>
          </a:p>
          <a:p>
            <a:pPr>
              <a:lnSpc>
                <a:spcPts val="2200"/>
              </a:lnSpc>
              <a:tabLst>
                <a:tab algn="l" pos="0"/>
              </a:tabLst>
            </a:pPr>
            <a:r>
              <a:rPr b="1" lang="en-US" sz="1450" spc="-1" strike="noStrike">
                <a:solidFill>
                  <a:srgbClr val="ffffff"/>
                </a:solidFill>
                <a:latin typeface="PT Sans"/>
                <a:ea typeface="PT Sans"/>
              </a:rPr>
              <a:t>Sequence Number:</a:t>
            </a:r>
            <a:r>
              <a:rPr b="0" lang="en-US" sz="1450" spc="-1" strike="noStrike">
                <a:solidFill>
                  <a:srgbClr val="ffffff"/>
                </a:solidFill>
                <a:latin typeface="PT Sans"/>
                <a:ea typeface="PT Sans"/>
              </a:rPr>
              <a:t> Byte position in data stream (32 bits)</a:t>
            </a:r>
            <a:endParaRPr b="0" lang="en-US" sz="1450" spc="-1" strike="noStrike">
              <a:solidFill>
                <a:srgbClr val="ffffff"/>
              </a:solidFill>
              <a:latin typeface="Arial"/>
            </a:endParaRPr>
          </a:p>
          <a:p>
            <a:pPr>
              <a:lnSpc>
                <a:spcPts val="2200"/>
              </a:lnSpc>
              <a:tabLst>
                <a:tab algn="l" pos="0"/>
              </a:tabLst>
            </a:pPr>
            <a:r>
              <a:rPr b="1" lang="en-US" sz="1450" spc="-1" strike="noStrike">
                <a:solidFill>
                  <a:srgbClr val="ffffff"/>
                </a:solidFill>
                <a:latin typeface="PT Sans"/>
                <a:ea typeface="PT Sans"/>
              </a:rPr>
              <a:t>Acknowledgment Number:</a:t>
            </a:r>
            <a:r>
              <a:rPr b="0" lang="en-US" sz="1450" spc="-1" strike="noStrike">
                <a:solidFill>
                  <a:srgbClr val="ffffff"/>
                </a:solidFill>
                <a:latin typeface="PT Sans"/>
                <a:ea typeface="PT Sans"/>
              </a:rPr>
              <a:t> Next expected byte (32 bits)</a:t>
            </a:r>
            <a:endParaRPr b="0" lang="en-US" sz="1450" spc="-1" strike="noStrike">
              <a:solidFill>
                <a:srgbClr val="ffffff"/>
              </a:solidFill>
              <a:latin typeface="Arial"/>
            </a:endParaRPr>
          </a:p>
          <a:p>
            <a:pPr>
              <a:lnSpc>
                <a:spcPts val="2200"/>
              </a:lnSpc>
              <a:tabLst>
                <a:tab algn="l" pos="0"/>
              </a:tabLst>
            </a:pPr>
            <a:r>
              <a:rPr b="1" lang="en-US" sz="1450" spc="-1" strike="noStrike">
                <a:solidFill>
                  <a:srgbClr val="ffffff"/>
                </a:solidFill>
                <a:latin typeface="PT Sans"/>
                <a:ea typeface="PT Sans"/>
              </a:rPr>
              <a:t>Flags:</a:t>
            </a:r>
            <a:r>
              <a:rPr b="0" lang="en-US" sz="1450" spc="-1" strike="noStrike">
                <a:solidFill>
                  <a:srgbClr val="ffffff"/>
                </a:solidFill>
                <a:latin typeface="PT Sans"/>
                <a:ea typeface="PT Sans"/>
              </a:rPr>
              <a:t> SYN, ACK, FIN, RST control bits</a:t>
            </a:r>
            <a:endParaRPr b="0" lang="en-US" sz="1450" spc="-1" strike="noStrike">
              <a:solidFill>
                <a:srgbClr val="ffffff"/>
              </a:solidFill>
              <a:latin typeface="Arial"/>
            </a:endParaRPr>
          </a:p>
          <a:p>
            <a:pPr>
              <a:lnSpc>
                <a:spcPts val="2200"/>
              </a:lnSpc>
              <a:tabLst>
                <a:tab algn="l" pos="0"/>
              </a:tabLst>
            </a:pPr>
            <a:r>
              <a:rPr b="1" lang="en-US" sz="1450" spc="-1" strike="noStrike">
                <a:solidFill>
                  <a:srgbClr val="ffffff"/>
                </a:solidFill>
                <a:latin typeface="PT Sans"/>
                <a:ea typeface="PT Sans"/>
              </a:rPr>
              <a:t>Window Size:</a:t>
            </a:r>
            <a:r>
              <a:rPr b="0" lang="en-US" sz="1450" spc="-1" strike="noStrike">
                <a:solidFill>
                  <a:srgbClr val="ffffff"/>
                </a:solidFill>
                <a:latin typeface="PT Sans"/>
                <a:ea typeface="PT Sans"/>
              </a:rPr>
              <a:t> Flow control buffer space</a:t>
            </a:r>
            <a:endParaRPr b="0" lang="en-US" sz="1450" spc="-1" strike="noStrike">
              <a:solidFill>
                <a:srgbClr val="ffffff"/>
              </a:solidFill>
              <a:latin typeface="Arial"/>
            </a:endParaRPr>
          </a:p>
        </p:txBody>
      </p:sp>
      <p:sp>
        <p:nvSpPr>
          <p:cNvPr id="121" name="Text 5"/>
          <p:cNvSpPr/>
          <p:nvPr/>
        </p:nvSpPr>
        <p:spPr>
          <a:xfrm>
            <a:off x="9564480" y="1550880"/>
            <a:ext cx="2241000" cy="273240"/>
          </a:xfrm>
          <a:prstGeom prst="rect">
            <a:avLst/>
          </a:prstGeom>
          <a:noFill/>
          <a:ln w="0">
            <a:noFill/>
          </a:ln>
        </p:spPr>
        <p:style>
          <a:lnRef idx="0"/>
          <a:fillRef idx="0"/>
          <a:effectRef idx="0"/>
          <a:fontRef idx="minor"/>
        </p:style>
        <p:txBody>
          <a:bodyPr wrap="none" lIns="0" rIns="0" tIns="0" bIns="0" anchor="t">
            <a:noAutofit/>
          </a:bodyPr>
          <a:p>
            <a:pPr>
              <a:lnSpc>
                <a:spcPts val="2149"/>
              </a:lnSpc>
              <a:tabLst>
                <a:tab algn="l" pos="0"/>
              </a:tabLst>
            </a:pPr>
            <a:r>
              <a:rPr b="0" lang="en-US" sz="1700" spc="-1" strike="noStrike">
                <a:solidFill>
                  <a:srgbClr val="ffffff"/>
                </a:solidFill>
                <a:latin typeface="Nunito Semi Bold"/>
                <a:ea typeface="Nunito Semi Bold"/>
              </a:rPr>
              <a:t>UDP Header Structure</a:t>
            </a:r>
            <a:endParaRPr b="0" lang="en-US" sz="1700" spc="-1" strike="noStrike">
              <a:solidFill>
                <a:srgbClr val="ffffff"/>
              </a:solidFill>
              <a:latin typeface="Arial"/>
            </a:endParaRPr>
          </a:p>
        </p:txBody>
      </p:sp>
      <p:sp>
        <p:nvSpPr>
          <p:cNvPr id="122" name="Text 6"/>
          <p:cNvSpPr/>
          <p:nvPr/>
        </p:nvSpPr>
        <p:spPr>
          <a:xfrm>
            <a:off x="9564480" y="1990800"/>
            <a:ext cx="4244040" cy="1126800"/>
          </a:xfrm>
          <a:prstGeom prst="rect">
            <a:avLst/>
          </a:prstGeom>
          <a:noFill/>
          <a:ln w="0">
            <a:noFill/>
          </a:ln>
        </p:spPr>
        <p:style>
          <a:lnRef idx="0"/>
          <a:fillRef idx="0"/>
          <a:effectRef idx="0"/>
          <a:fontRef idx="minor"/>
        </p:style>
        <p:txBody>
          <a:bodyPr lIns="0" rIns="0" tIns="0" bIns="0" anchor="t">
            <a:noAutofit/>
          </a:bodyPr>
          <a:p>
            <a:pPr marL="343080" indent="-343080">
              <a:lnSpc>
                <a:spcPts val="2200"/>
              </a:lnSpc>
              <a:buClr>
                <a:srgbClr val="ffffff"/>
              </a:buClr>
              <a:buFont typeface="Symbol" charset="2"/>
              <a:buChar char=""/>
            </a:pPr>
            <a:r>
              <a:rPr b="0" lang="en-US" sz="1450" spc="-1" strike="noStrike">
                <a:solidFill>
                  <a:srgbClr val="ffffff"/>
                </a:solidFill>
                <a:latin typeface="PT Sans"/>
                <a:ea typeface="PT Sans"/>
              </a:rPr>
              <a:t>Source Port (16 bits)</a:t>
            </a:r>
            <a:endParaRPr b="0" lang="en-US" sz="1450" spc="-1" strike="noStrike">
              <a:solidFill>
                <a:srgbClr val="ffffff"/>
              </a:solidFill>
              <a:latin typeface="Arial"/>
            </a:endParaRPr>
          </a:p>
          <a:p>
            <a:pPr marL="343080" indent="-343080">
              <a:lnSpc>
                <a:spcPts val="2200"/>
              </a:lnSpc>
              <a:buClr>
                <a:srgbClr val="ffffff"/>
              </a:buClr>
              <a:buFont typeface="Symbol" charset="2"/>
              <a:buChar char=""/>
            </a:pPr>
            <a:r>
              <a:rPr b="0" lang="en-US" sz="1450" spc="-1" strike="noStrike">
                <a:solidFill>
                  <a:srgbClr val="ffffff"/>
                </a:solidFill>
                <a:latin typeface="PT Sans"/>
                <a:ea typeface="PT Sans"/>
              </a:rPr>
              <a:t>Destination Port (16 bits)</a:t>
            </a:r>
            <a:endParaRPr b="0" lang="en-US" sz="1450" spc="-1" strike="noStrike">
              <a:solidFill>
                <a:srgbClr val="ffffff"/>
              </a:solidFill>
              <a:latin typeface="Arial"/>
            </a:endParaRPr>
          </a:p>
          <a:p>
            <a:pPr marL="343080" indent="-343080">
              <a:lnSpc>
                <a:spcPts val="2200"/>
              </a:lnSpc>
              <a:buClr>
                <a:srgbClr val="ffffff"/>
              </a:buClr>
              <a:buFont typeface="Symbol" charset="2"/>
              <a:buChar char=""/>
            </a:pPr>
            <a:r>
              <a:rPr b="0" lang="en-US" sz="1450" spc="-1" strike="noStrike">
                <a:solidFill>
                  <a:srgbClr val="ffffff"/>
                </a:solidFill>
                <a:latin typeface="PT Sans"/>
                <a:ea typeface="PT Sans"/>
              </a:rPr>
              <a:t>Length (16 bits)</a:t>
            </a:r>
            <a:endParaRPr b="0" lang="en-US" sz="1450" spc="-1" strike="noStrike">
              <a:solidFill>
                <a:srgbClr val="ffffff"/>
              </a:solidFill>
              <a:latin typeface="Arial"/>
            </a:endParaRPr>
          </a:p>
          <a:p>
            <a:pPr marL="343080" indent="-343080">
              <a:lnSpc>
                <a:spcPts val="2200"/>
              </a:lnSpc>
              <a:buClr>
                <a:srgbClr val="ffffff"/>
              </a:buClr>
              <a:buFont typeface="Symbol" charset="2"/>
              <a:buChar char=""/>
            </a:pPr>
            <a:r>
              <a:rPr b="0" lang="en-US" sz="1450" spc="-1" strike="noStrike">
                <a:solidFill>
                  <a:srgbClr val="ffffff"/>
                </a:solidFill>
                <a:latin typeface="PT Sans"/>
                <a:ea typeface="PT Sans"/>
              </a:rPr>
              <a:t>Checksum (16 bits)</a:t>
            </a:r>
            <a:endParaRPr b="0" lang="en-US" sz="1450" spc="-1" strike="noStrike">
              <a:solidFill>
                <a:srgbClr val="ffffff"/>
              </a:solidFill>
              <a:latin typeface="Arial"/>
            </a:endParaRPr>
          </a:p>
        </p:txBody>
      </p:sp>
      <p:sp>
        <p:nvSpPr>
          <p:cNvPr id="123" name="Shape 7"/>
          <p:cNvSpPr/>
          <p:nvPr/>
        </p:nvSpPr>
        <p:spPr>
          <a:xfrm>
            <a:off x="828720" y="5259600"/>
            <a:ext cx="6402960" cy="1918440"/>
          </a:xfrm>
          <a:prstGeom prst="roundRect">
            <a:avLst>
              <a:gd name="adj" fmla="val 5717"/>
            </a:avLst>
          </a:prstGeom>
          <a:solidFill>
            <a:srgbClr val="00002e">
              <a:alpha val="75000"/>
            </a:srgbClr>
          </a:solidFill>
          <a:ln w="22860">
            <a:solidFill>
              <a:srgbClr val="f2b42d"/>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24" name="Shape 8"/>
          <p:cNvSpPr/>
          <p:nvPr/>
        </p:nvSpPr>
        <p:spPr>
          <a:xfrm>
            <a:off x="805680" y="5259600"/>
            <a:ext cx="90720" cy="1918440"/>
          </a:xfrm>
          <a:prstGeom prst="roundRect">
            <a:avLst>
              <a:gd name="adj" fmla="val 305841"/>
            </a:avLst>
          </a:prstGeom>
          <a:solidFill>
            <a:srgbClr val="f2b42d"/>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25" name="Text 9"/>
          <p:cNvSpPr/>
          <p:nvPr/>
        </p:nvSpPr>
        <p:spPr>
          <a:xfrm>
            <a:off x="1106280" y="5468760"/>
            <a:ext cx="2195640" cy="273240"/>
          </a:xfrm>
          <a:prstGeom prst="rect">
            <a:avLst/>
          </a:prstGeom>
          <a:noFill/>
          <a:ln w="0">
            <a:noFill/>
          </a:ln>
        </p:spPr>
        <p:style>
          <a:lnRef idx="0"/>
          <a:fillRef idx="0"/>
          <a:effectRef idx="0"/>
          <a:fontRef idx="minor"/>
        </p:style>
        <p:txBody>
          <a:bodyPr wrap="none" lIns="0" rIns="0" tIns="0" bIns="0" anchor="t">
            <a:noAutofit/>
          </a:bodyPr>
          <a:p>
            <a:pPr>
              <a:lnSpc>
                <a:spcPts val="2149"/>
              </a:lnSpc>
              <a:tabLst>
                <a:tab algn="l" pos="0"/>
              </a:tabLst>
            </a:pPr>
            <a:r>
              <a:rPr b="0" lang="en-US" sz="1700" spc="-1" strike="noStrike">
                <a:solidFill>
                  <a:srgbClr val="ffffff"/>
                </a:solidFill>
                <a:latin typeface="Nunito Semi Bold"/>
                <a:ea typeface="Nunito Semi Bold"/>
              </a:rPr>
              <a:t>TCP vs UDP Selection</a:t>
            </a:r>
            <a:endParaRPr b="0" lang="en-US" sz="1700" spc="-1" strike="noStrike">
              <a:solidFill>
                <a:srgbClr val="ffffff"/>
              </a:solidFill>
              <a:latin typeface="Arial"/>
            </a:endParaRPr>
          </a:p>
        </p:txBody>
      </p:sp>
      <p:sp>
        <p:nvSpPr>
          <p:cNvPr id="126" name="Text 10"/>
          <p:cNvSpPr/>
          <p:nvPr/>
        </p:nvSpPr>
        <p:spPr>
          <a:xfrm>
            <a:off x="1106280" y="5842440"/>
            <a:ext cx="5915880" cy="844920"/>
          </a:xfrm>
          <a:prstGeom prst="rect">
            <a:avLst/>
          </a:prstGeom>
          <a:noFill/>
          <a:ln w="0">
            <a:noFill/>
          </a:ln>
        </p:spPr>
        <p:style>
          <a:lnRef idx="0"/>
          <a:fillRef idx="0"/>
          <a:effectRef idx="0"/>
          <a:fontRef idx="minor"/>
        </p:style>
        <p:txBody>
          <a:bodyPr lIns="0" rIns="0" tIns="0" bIns="0" anchor="t">
            <a:noAutofit/>
          </a:bodyPr>
          <a:p>
            <a:pPr>
              <a:lnSpc>
                <a:spcPts val="2200"/>
              </a:lnSpc>
              <a:tabLst>
                <a:tab algn="l" pos="0"/>
              </a:tabLst>
            </a:pPr>
            <a:r>
              <a:rPr b="0" lang="en-US" sz="1450" spc="-1" strike="noStrike">
                <a:solidFill>
                  <a:srgbClr val="ffffff"/>
                </a:solidFill>
                <a:latin typeface="PT Sans"/>
                <a:ea typeface="PT Sans"/>
              </a:rPr>
              <a:t>TCP provides reliability through acknowledgments and retransmissions. UDP offers minimal overhead for real-time applications. The emulator allows users to compare packet sizes and transmission characteristics.</a:t>
            </a:r>
            <a:endParaRPr b="0" lang="en-US" sz="1450" spc="-1" strike="noStrike">
              <a:solidFill>
                <a:srgbClr val="ffffff"/>
              </a:solidFill>
              <a:latin typeface="Arial"/>
            </a:endParaRPr>
          </a:p>
        </p:txBody>
      </p:sp>
      <p:sp>
        <p:nvSpPr>
          <p:cNvPr id="127" name="Shape 11"/>
          <p:cNvSpPr/>
          <p:nvPr/>
        </p:nvSpPr>
        <p:spPr>
          <a:xfrm>
            <a:off x="7398000" y="5259600"/>
            <a:ext cx="6402960" cy="1918440"/>
          </a:xfrm>
          <a:prstGeom prst="roundRect">
            <a:avLst>
              <a:gd name="adj" fmla="val 5717"/>
            </a:avLst>
          </a:prstGeom>
          <a:solidFill>
            <a:srgbClr val="00002e">
              <a:alpha val="75000"/>
            </a:srgbClr>
          </a:solidFill>
          <a:ln w="22860">
            <a:solidFill>
              <a:srgbClr val="d7425e"/>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28" name="Shape 12"/>
          <p:cNvSpPr/>
          <p:nvPr/>
        </p:nvSpPr>
        <p:spPr>
          <a:xfrm>
            <a:off x="7375320" y="5259600"/>
            <a:ext cx="90720" cy="1918440"/>
          </a:xfrm>
          <a:prstGeom prst="roundRect">
            <a:avLst>
              <a:gd name="adj" fmla="val 305841"/>
            </a:avLst>
          </a:prstGeom>
          <a:solidFill>
            <a:srgbClr val="d7425e"/>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29" name="Text 13"/>
          <p:cNvSpPr/>
          <p:nvPr/>
        </p:nvSpPr>
        <p:spPr>
          <a:xfrm>
            <a:off x="7675920" y="5468760"/>
            <a:ext cx="2230920" cy="273240"/>
          </a:xfrm>
          <a:prstGeom prst="rect">
            <a:avLst/>
          </a:prstGeom>
          <a:noFill/>
          <a:ln w="0">
            <a:noFill/>
          </a:ln>
        </p:spPr>
        <p:style>
          <a:lnRef idx="0"/>
          <a:fillRef idx="0"/>
          <a:effectRef idx="0"/>
          <a:fontRef idx="minor"/>
        </p:style>
        <p:txBody>
          <a:bodyPr wrap="none" lIns="0" rIns="0" tIns="0" bIns="0" anchor="t">
            <a:noAutofit/>
          </a:bodyPr>
          <a:p>
            <a:pPr>
              <a:lnSpc>
                <a:spcPts val="2149"/>
              </a:lnSpc>
              <a:tabLst>
                <a:tab algn="l" pos="0"/>
              </a:tabLst>
            </a:pPr>
            <a:r>
              <a:rPr b="0" lang="en-US" sz="1700" spc="-1" strike="noStrike">
                <a:solidFill>
                  <a:srgbClr val="ffffff"/>
                </a:solidFill>
                <a:latin typeface="Nunito Semi Bold"/>
                <a:ea typeface="Nunito Semi Bold"/>
              </a:rPr>
              <a:t>Segmentation Process</a:t>
            </a:r>
            <a:endParaRPr b="0" lang="en-US" sz="1700" spc="-1" strike="noStrike">
              <a:solidFill>
                <a:srgbClr val="ffffff"/>
              </a:solidFill>
              <a:latin typeface="Arial"/>
            </a:endParaRPr>
          </a:p>
        </p:txBody>
      </p:sp>
      <p:sp>
        <p:nvSpPr>
          <p:cNvPr id="130" name="Text 14"/>
          <p:cNvSpPr/>
          <p:nvPr/>
        </p:nvSpPr>
        <p:spPr>
          <a:xfrm>
            <a:off x="7675920" y="5842440"/>
            <a:ext cx="5916240" cy="1126440"/>
          </a:xfrm>
          <a:prstGeom prst="rect">
            <a:avLst/>
          </a:prstGeom>
          <a:noFill/>
          <a:ln w="0">
            <a:noFill/>
          </a:ln>
        </p:spPr>
        <p:style>
          <a:lnRef idx="0"/>
          <a:fillRef idx="0"/>
          <a:effectRef idx="0"/>
          <a:fontRef idx="minor"/>
        </p:style>
        <p:txBody>
          <a:bodyPr lIns="0" rIns="0" tIns="0" bIns="0" anchor="t">
            <a:noAutofit/>
          </a:bodyPr>
          <a:p>
            <a:pPr>
              <a:lnSpc>
                <a:spcPts val="2200"/>
              </a:lnSpc>
              <a:tabLst>
                <a:tab algn="l" pos="0"/>
              </a:tabLst>
            </a:pPr>
            <a:r>
              <a:rPr b="0" lang="en-US" sz="1450" spc="-1" strike="noStrike">
                <a:solidFill>
                  <a:srgbClr val="ffffff"/>
                </a:solidFill>
                <a:latin typeface="PT Sans"/>
                <a:ea typeface="PT Sans"/>
              </a:rPr>
              <a:t>Large data streams are divided into manageable segments. Each segment receives a sequence number for reassembly. The emulator visualizes segment boundaries and shows how data is progressively wrapped with transport headers.</a:t>
            </a:r>
            <a:endParaRPr b="0" lang="en-US" sz="145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 name="Text 0"/>
          <p:cNvSpPr/>
          <p:nvPr/>
        </p:nvSpPr>
        <p:spPr>
          <a:xfrm>
            <a:off x="567360" y="389880"/>
            <a:ext cx="5181840" cy="333000"/>
          </a:xfrm>
          <a:prstGeom prst="rect">
            <a:avLst/>
          </a:prstGeom>
          <a:noFill/>
          <a:ln w="0">
            <a:noFill/>
          </a:ln>
        </p:spPr>
        <p:style>
          <a:lnRef idx="0"/>
          <a:fillRef idx="0"/>
          <a:effectRef idx="0"/>
          <a:fontRef idx="minor"/>
        </p:style>
        <p:txBody>
          <a:bodyPr wrap="none" lIns="0" rIns="0" tIns="0" bIns="0" anchor="t">
            <a:noAutofit/>
          </a:bodyPr>
          <a:p>
            <a:pPr>
              <a:lnSpc>
                <a:spcPts val="2599"/>
              </a:lnSpc>
              <a:tabLst>
                <a:tab algn="l" pos="0"/>
              </a:tabLst>
            </a:pPr>
            <a:r>
              <a:rPr b="0" lang="en-US" sz="2100" spc="-1" strike="noStrike">
                <a:solidFill>
                  <a:srgbClr val="ffffff"/>
                </a:solidFill>
                <a:latin typeface="Nunito Semi Bold"/>
                <a:ea typeface="Nunito Semi Bold"/>
              </a:rPr>
              <a:t>Network Layer: IP Addressing and Routing</a:t>
            </a:r>
            <a:endParaRPr b="0" lang="en-US" sz="2100" spc="-1" strike="noStrike">
              <a:solidFill>
                <a:srgbClr val="ffffff"/>
              </a:solidFill>
              <a:latin typeface="Arial"/>
            </a:endParaRPr>
          </a:p>
        </p:txBody>
      </p:sp>
      <p:sp>
        <p:nvSpPr>
          <p:cNvPr id="132" name="Text 1"/>
          <p:cNvSpPr/>
          <p:nvPr/>
        </p:nvSpPr>
        <p:spPr>
          <a:xfrm>
            <a:off x="567360" y="846720"/>
            <a:ext cx="13494600" cy="139320"/>
          </a:xfrm>
          <a:prstGeom prst="rect">
            <a:avLst/>
          </a:prstGeom>
          <a:noFill/>
          <a:ln w="0">
            <a:noFill/>
          </a:ln>
        </p:spPr>
        <p:style>
          <a:lnRef idx="0"/>
          <a:fillRef idx="0"/>
          <a:effectRef idx="0"/>
          <a:fontRef idx="minor"/>
        </p:style>
        <p:txBody>
          <a:bodyPr wrap="none" lIns="0" rIns="0" tIns="0" bIns="0" anchor="t">
            <a:noAutofit/>
          </a:bodyPr>
          <a:p>
            <a:pPr>
              <a:lnSpc>
                <a:spcPts val="1100"/>
              </a:lnSpc>
              <a:tabLst>
                <a:tab algn="l" pos="0"/>
              </a:tabLst>
            </a:pPr>
            <a:r>
              <a:rPr b="0" lang="en-US" sz="850" spc="-1" strike="noStrike">
                <a:solidFill>
                  <a:srgbClr val="ffffff"/>
                </a:solidFill>
                <a:latin typeface="PT Sans"/>
                <a:ea typeface="PT Sans"/>
              </a:rPr>
              <a:t>The Network Layer adds logical addressing information that enables routing across multiple network segments. Each packet receives source and destination IP addresses, along with fields controlling packet lifetime and protocol identification.</a:t>
            </a:r>
            <a:endParaRPr b="0" lang="en-US" sz="850" spc="-1" strike="noStrike">
              <a:solidFill>
                <a:srgbClr val="ffffff"/>
              </a:solidFill>
              <a:latin typeface="Arial"/>
            </a:endParaRPr>
          </a:p>
        </p:txBody>
      </p:sp>
      <p:sp>
        <p:nvSpPr>
          <p:cNvPr id="133" name="Shape 2"/>
          <p:cNvSpPr/>
          <p:nvPr/>
        </p:nvSpPr>
        <p:spPr>
          <a:xfrm>
            <a:off x="567360" y="1225800"/>
            <a:ext cx="4456800" cy="1035000"/>
          </a:xfrm>
          <a:prstGeom prst="roundRect">
            <a:avLst>
              <a:gd name="adj" fmla="val 7063"/>
            </a:avLst>
          </a:prstGeom>
          <a:solidFill>
            <a:srgbClr val="00002e">
              <a:alpha val="75000"/>
            </a:srgbClr>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34" name="Shape 3"/>
          <p:cNvSpPr/>
          <p:nvPr/>
        </p:nvSpPr>
        <p:spPr>
          <a:xfrm>
            <a:off x="567360" y="1210680"/>
            <a:ext cx="4456800" cy="60120"/>
          </a:xfrm>
          <a:prstGeom prst="roundRect">
            <a:avLst>
              <a:gd name="adj" fmla="val 279260"/>
            </a:avLst>
          </a:prstGeom>
          <a:solidFill>
            <a:srgbClr val="f2b42d"/>
          </a:solidFill>
          <a:ln w="0">
            <a:noFill/>
          </a:ln>
        </p:spPr>
        <p:style>
          <a:lnRef idx="0"/>
          <a:fillRef idx="0"/>
          <a:effectRef idx="0"/>
          <a:fontRef idx="minor"/>
        </p:style>
        <p:txBody>
          <a:bodyPr lIns="90000" rIns="90000" tIns="-1800" bIns="-1800" anchor="t">
            <a:noAutofit/>
          </a:bodyPr>
          <a:p>
            <a:pPr>
              <a:lnSpc>
                <a:spcPct val="100000"/>
              </a:lnSpc>
            </a:pPr>
            <a:endParaRPr b="0" lang="en-US" sz="1800" spc="-1" strike="noStrike">
              <a:solidFill>
                <a:srgbClr val="000000"/>
              </a:solidFill>
              <a:latin typeface="Arial"/>
            </a:endParaRPr>
          </a:p>
        </p:txBody>
      </p:sp>
      <p:sp>
        <p:nvSpPr>
          <p:cNvPr id="135" name="Shape 4"/>
          <p:cNvSpPr/>
          <p:nvPr/>
        </p:nvSpPr>
        <p:spPr>
          <a:xfrm>
            <a:off x="2625840" y="1055880"/>
            <a:ext cx="339840" cy="339840"/>
          </a:xfrm>
          <a:prstGeom prst="roundRect">
            <a:avLst>
              <a:gd name="adj" fmla="val 268625"/>
            </a:avLst>
          </a:prstGeom>
          <a:solidFill>
            <a:srgbClr val="f2b42d"/>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36" name="Text 5"/>
          <p:cNvSpPr/>
          <p:nvPr/>
        </p:nvSpPr>
        <p:spPr>
          <a:xfrm>
            <a:off x="2728080" y="1140840"/>
            <a:ext cx="135360" cy="169560"/>
          </a:xfrm>
          <a:prstGeom prst="rect">
            <a:avLst/>
          </a:prstGeom>
          <a:noFill/>
          <a:ln w="0">
            <a:noFill/>
          </a:ln>
        </p:spPr>
        <p:style>
          <a:lnRef idx="0"/>
          <a:fillRef idx="0"/>
          <a:effectRef idx="0"/>
          <a:fontRef idx="minor"/>
        </p:style>
        <p:txBody>
          <a:bodyPr wrap="none" lIns="0" rIns="0" tIns="0" bIns="0" anchor="t">
            <a:noAutofit/>
          </a:bodyPr>
          <a:p>
            <a:pPr>
              <a:lnSpc>
                <a:spcPts val="1301"/>
              </a:lnSpc>
              <a:tabLst>
                <a:tab algn="l" pos="0"/>
              </a:tabLst>
            </a:pPr>
            <a:r>
              <a:rPr b="0" lang="en-US" sz="1050" spc="-1" strike="noStrike">
                <a:solidFill>
                  <a:srgbClr val="000000"/>
                </a:solidFill>
                <a:latin typeface="Nunito Semi Bold"/>
                <a:ea typeface="Nunito Semi Bold"/>
              </a:rPr>
              <a:t>1</a:t>
            </a:r>
            <a:endParaRPr b="0" lang="en-US" sz="1050" spc="-1" strike="noStrike">
              <a:solidFill>
                <a:srgbClr val="ffffff"/>
              </a:solidFill>
              <a:latin typeface="Arial"/>
            </a:endParaRPr>
          </a:p>
        </p:txBody>
      </p:sp>
      <p:sp>
        <p:nvSpPr>
          <p:cNvPr id="137" name="Text 6"/>
          <p:cNvSpPr/>
          <p:nvPr/>
        </p:nvSpPr>
        <p:spPr>
          <a:xfrm>
            <a:off x="696240" y="1509480"/>
            <a:ext cx="1410480" cy="165960"/>
          </a:xfrm>
          <a:prstGeom prst="rect">
            <a:avLst/>
          </a:prstGeom>
          <a:noFill/>
          <a:ln w="0">
            <a:noFill/>
          </a:ln>
        </p:spPr>
        <p:style>
          <a:lnRef idx="0"/>
          <a:fillRef idx="0"/>
          <a:effectRef idx="0"/>
          <a:fontRef idx="minor"/>
        </p:style>
        <p:txBody>
          <a:bodyPr wrap="none" lIns="0" rIns="0" tIns="0" bIns="0" anchor="t">
            <a:noAutofit/>
          </a:bodyPr>
          <a:p>
            <a:pPr>
              <a:lnSpc>
                <a:spcPts val="1301"/>
              </a:lnSpc>
              <a:tabLst>
                <a:tab algn="l" pos="0"/>
              </a:tabLst>
            </a:pPr>
            <a:r>
              <a:rPr b="0" lang="en-US" sz="1050" spc="-1" strike="noStrike">
                <a:solidFill>
                  <a:srgbClr val="ffffff"/>
                </a:solidFill>
                <a:latin typeface="Nunito Semi Bold"/>
                <a:ea typeface="Nunito Semi Bold"/>
              </a:rPr>
              <a:t>IP Header Construction</a:t>
            </a:r>
            <a:endParaRPr b="0" lang="en-US" sz="1050" spc="-1" strike="noStrike">
              <a:solidFill>
                <a:srgbClr val="ffffff"/>
              </a:solidFill>
              <a:latin typeface="Arial"/>
            </a:endParaRPr>
          </a:p>
        </p:txBody>
      </p:sp>
      <p:sp>
        <p:nvSpPr>
          <p:cNvPr id="138" name="Text 7"/>
          <p:cNvSpPr/>
          <p:nvPr/>
        </p:nvSpPr>
        <p:spPr>
          <a:xfrm>
            <a:off x="696240" y="1713240"/>
            <a:ext cx="4199400" cy="419040"/>
          </a:xfrm>
          <a:prstGeom prst="rect">
            <a:avLst/>
          </a:prstGeom>
          <a:noFill/>
          <a:ln w="0">
            <a:noFill/>
          </a:ln>
        </p:spPr>
        <p:style>
          <a:lnRef idx="0"/>
          <a:fillRef idx="0"/>
          <a:effectRef idx="0"/>
          <a:fontRef idx="minor"/>
        </p:style>
        <p:txBody>
          <a:bodyPr lIns="0" rIns="0" tIns="0" bIns="0" anchor="t">
            <a:noAutofit/>
          </a:bodyPr>
          <a:p>
            <a:pPr>
              <a:lnSpc>
                <a:spcPts val="1100"/>
              </a:lnSpc>
              <a:tabLst>
                <a:tab algn="l" pos="0"/>
              </a:tabLst>
            </a:pPr>
            <a:r>
              <a:rPr b="0" lang="en-US" sz="850" spc="-1" strike="noStrike">
                <a:solidFill>
                  <a:srgbClr val="ffffff"/>
                </a:solidFill>
                <a:latin typeface="PT Sans"/>
                <a:ea typeface="PT Sans"/>
              </a:rPr>
              <a:t>Version (IPv4/IPv6), Time-to-Live (TTL) for loop prevention, Protocol field identifying upper-layer protocol (TCP=6, UDP=17), and 32-bit source and destination addresses are added to each packet.</a:t>
            </a:r>
            <a:endParaRPr b="0" lang="en-US" sz="850" spc="-1" strike="noStrike">
              <a:solidFill>
                <a:srgbClr val="ffffff"/>
              </a:solidFill>
              <a:latin typeface="Arial"/>
            </a:endParaRPr>
          </a:p>
        </p:txBody>
      </p:sp>
      <p:sp>
        <p:nvSpPr>
          <p:cNvPr id="139" name="Shape 8"/>
          <p:cNvSpPr/>
          <p:nvPr/>
        </p:nvSpPr>
        <p:spPr>
          <a:xfrm>
            <a:off x="5086440" y="1225800"/>
            <a:ext cx="4456800" cy="1035000"/>
          </a:xfrm>
          <a:prstGeom prst="roundRect">
            <a:avLst>
              <a:gd name="adj" fmla="val 7063"/>
            </a:avLst>
          </a:prstGeom>
          <a:solidFill>
            <a:srgbClr val="00002e">
              <a:alpha val="75000"/>
            </a:srgbClr>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40" name="Shape 9"/>
          <p:cNvSpPr/>
          <p:nvPr/>
        </p:nvSpPr>
        <p:spPr>
          <a:xfrm>
            <a:off x="5086440" y="1210680"/>
            <a:ext cx="4456800" cy="60120"/>
          </a:xfrm>
          <a:prstGeom prst="roundRect">
            <a:avLst>
              <a:gd name="adj" fmla="val 279260"/>
            </a:avLst>
          </a:prstGeom>
          <a:solidFill>
            <a:srgbClr val="d7425e"/>
          </a:solidFill>
          <a:ln w="0">
            <a:noFill/>
          </a:ln>
        </p:spPr>
        <p:style>
          <a:lnRef idx="0"/>
          <a:fillRef idx="0"/>
          <a:effectRef idx="0"/>
          <a:fontRef idx="minor"/>
        </p:style>
        <p:txBody>
          <a:bodyPr lIns="90000" rIns="90000" tIns="-1800" bIns="-1800" anchor="t">
            <a:noAutofit/>
          </a:bodyPr>
          <a:p>
            <a:pPr>
              <a:lnSpc>
                <a:spcPct val="100000"/>
              </a:lnSpc>
            </a:pPr>
            <a:endParaRPr b="0" lang="en-US" sz="1800" spc="-1" strike="noStrike">
              <a:solidFill>
                <a:srgbClr val="ffffff"/>
              </a:solidFill>
              <a:latin typeface="Arial"/>
            </a:endParaRPr>
          </a:p>
        </p:txBody>
      </p:sp>
      <p:sp>
        <p:nvSpPr>
          <p:cNvPr id="141" name="Shape 10"/>
          <p:cNvSpPr/>
          <p:nvPr/>
        </p:nvSpPr>
        <p:spPr>
          <a:xfrm>
            <a:off x="7144920" y="1055880"/>
            <a:ext cx="339840" cy="339840"/>
          </a:xfrm>
          <a:prstGeom prst="roundRect">
            <a:avLst>
              <a:gd name="adj" fmla="val 268625"/>
            </a:avLst>
          </a:prstGeom>
          <a:solidFill>
            <a:srgbClr val="f2b42d"/>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42" name="Text 11"/>
          <p:cNvSpPr/>
          <p:nvPr/>
        </p:nvSpPr>
        <p:spPr>
          <a:xfrm>
            <a:off x="7247160" y="1140840"/>
            <a:ext cx="135360" cy="169560"/>
          </a:xfrm>
          <a:prstGeom prst="rect">
            <a:avLst/>
          </a:prstGeom>
          <a:noFill/>
          <a:ln w="0">
            <a:noFill/>
          </a:ln>
        </p:spPr>
        <p:style>
          <a:lnRef idx="0"/>
          <a:fillRef idx="0"/>
          <a:effectRef idx="0"/>
          <a:fontRef idx="minor"/>
        </p:style>
        <p:txBody>
          <a:bodyPr wrap="none" lIns="0" rIns="0" tIns="0" bIns="0" anchor="t">
            <a:noAutofit/>
          </a:bodyPr>
          <a:p>
            <a:pPr>
              <a:lnSpc>
                <a:spcPts val="1301"/>
              </a:lnSpc>
              <a:tabLst>
                <a:tab algn="l" pos="0"/>
              </a:tabLst>
            </a:pPr>
            <a:r>
              <a:rPr b="0" lang="en-US" sz="1050" spc="-1" strike="noStrike">
                <a:solidFill>
                  <a:srgbClr val="000000"/>
                </a:solidFill>
                <a:latin typeface="Nunito Semi Bold"/>
                <a:ea typeface="Nunito Semi Bold"/>
              </a:rPr>
              <a:t>2</a:t>
            </a:r>
            <a:endParaRPr b="0" lang="en-US" sz="1050" spc="-1" strike="noStrike">
              <a:solidFill>
                <a:srgbClr val="ffffff"/>
              </a:solidFill>
              <a:latin typeface="Arial"/>
            </a:endParaRPr>
          </a:p>
        </p:txBody>
      </p:sp>
      <p:sp>
        <p:nvSpPr>
          <p:cNvPr id="143" name="Text 12"/>
          <p:cNvSpPr/>
          <p:nvPr/>
        </p:nvSpPr>
        <p:spPr>
          <a:xfrm>
            <a:off x="5214960" y="1509480"/>
            <a:ext cx="1334520" cy="165960"/>
          </a:xfrm>
          <a:prstGeom prst="rect">
            <a:avLst/>
          </a:prstGeom>
          <a:noFill/>
          <a:ln w="0">
            <a:noFill/>
          </a:ln>
        </p:spPr>
        <p:style>
          <a:lnRef idx="0"/>
          <a:fillRef idx="0"/>
          <a:effectRef idx="0"/>
          <a:fontRef idx="minor"/>
        </p:style>
        <p:txBody>
          <a:bodyPr wrap="none" lIns="0" rIns="0" tIns="0" bIns="0" anchor="t">
            <a:noAutofit/>
          </a:bodyPr>
          <a:p>
            <a:pPr>
              <a:lnSpc>
                <a:spcPts val="1301"/>
              </a:lnSpc>
              <a:tabLst>
                <a:tab algn="l" pos="0"/>
              </a:tabLst>
            </a:pPr>
            <a:r>
              <a:rPr b="0" lang="en-US" sz="1050" spc="-1" strike="noStrike">
                <a:solidFill>
                  <a:srgbClr val="ffffff"/>
                </a:solidFill>
                <a:latin typeface="Nunito Semi Bold"/>
                <a:ea typeface="Nunito Semi Bold"/>
              </a:rPr>
              <a:t>Packetization Process</a:t>
            </a:r>
            <a:endParaRPr b="0" lang="en-US" sz="1050" spc="-1" strike="noStrike">
              <a:solidFill>
                <a:srgbClr val="ffffff"/>
              </a:solidFill>
              <a:latin typeface="Arial"/>
            </a:endParaRPr>
          </a:p>
        </p:txBody>
      </p:sp>
      <p:sp>
        <p:nvSpPr>
          <p:cNvPr id="144" name="Text 13"/>
          <p:cNvSpPr/>
          <p:nvPr/>
        </p:nvSpPr>
        <p:spPr>
          <a:xfrm>
            <a:off x="5214960" y="1713240"/>
            <a:ext cx="4199400" cy="419040"/>
          </a:xfrm>
          <a:prstGeom prst="rect">
            <a:avLst/>
          </a:prstGeom>
          <a:noFill/>
          <a:ln w="0">
            <a:noFill/>
          </a:ln>
        </p:spPr>
        <p:style>
          <a:lnRef idx="0"/>
          <a:fillRef idx="0"/>
          <a:effectRef idx="0"/>
          <a:fontRef idx="minor"/>
        </p:style>
        <p:txBody>
          <a:bodyPr lIns="0" rIns="0" tIns="0" bIns="0" anchor="t">
            <a:noAutofit/>
          </a:bodyPr>
          <a:p>
            <a:pPr>
              <a:lnSpc>
                <a:spcPts val="1100"/>
              </a:lnSpc>
              <a:tabLst>
                <a:tab algn="l" pos="0"/>
              </a:tabLst>
            </a:pPr>
            <a:r>
              <a:rPr b="0" lang="en-US" sz="850" spc="-1" strike="noStrike">
                <a:solidFill>
                  <a:srgbClr val="ffffff"/>
                </a:solidFill>
                <a:latin typeface="PT Sans"/>
                <a:ea typeface="PT Sans"/>
              </a:rPr>
              <a:t>Transport segments become IP packet payloads. The Network Layer may further fragment packets to fit underlying link MTU (Maximum Transmission Unit) limitations. Each fragment receives sequencing information for reassembly.</a:t>
            </a:r>
            <a:endParaRPr b="0" lang="en-US" sz="850" spc="-1" strike="noStrike">
              <a:solidFill>
                <a:srgbClr val="ffffff"/>
              </a:solidFill>
              <a:latin typeface="Arial"/>
            </a:endParaRPr>
          </a:p>
        </p:txBody>
      </p:sp>
      <p:sp>
        <p:nvSpPr>
          <p:cNvPr id="145" name="Shape 14"/>
          <p:cNvSpPr/>
          <p:nvPr/>
        </p:nvSpPr>
        <p:spPr>
          <a:xfrm>
            <a:off x="9605520" y="1225800"/>
            <a:ext cx="4456800" cy="1035000"/>
          </a:xfrm>
          <a:prstGeom prst="roundRect">
            <a:avLst>
              <a:gd name="adj" fmla="val 7063"/>
            </a:avLst>
          </a:prstGeom>
          <a:solidFill>
            <a:srgbClr val="00002e">
              <a:alpha val="75000"/>
            </a:srgbClr>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46" name="Shape 15"/>
          <p:cNvSpPr/>
          <p:nvPr/>
        </p:nvSpPr>
        <p:spPr>
          <a:xfrm>
            <a:off x="9605520" y="1210680"/>
            <a:ext cx="4456800" cy="60120"/>
          </a:xfrm>
          <a:prstGeom prst="roundRect">
            <a:avLst>
              <a:gd name="adj" fmla="val 279260"/>
            </a:avLst>
          </a:prstGeom>
          <a:solidFill>
            <a:srgbClr val="dd785e"/>
          </a:solidFill>
          <a:ln w="0">
            <a:noFill/>
          </a:ln>
        </p:spPr>
        <p:style>
          <a:lnRef idx="0"/>
          <a:fillRef idx="0"/>
          <a:effectRef idx="0"/>
          <a:fontRef idx="minor"/>
        </p:style>
        <p:txBody>
          <a:bodyPr lIns="90000" rIns="90000" tIns="-1800" bIns="-1800" anchor="t">
            <a:noAutofit/>
          </a:bodyPr>
          <a:p>
            <a:pPr>
              <a:lnSpc>
                <a:spcPct val="100000"/>
              </a:lnSpc>
            </a:pPr>
            <a:endParaRPr b="0" lang="en-US" sz="1800" spc="-1" strike="noStrike">
              <a:solidFill>
                <a:srgbClr val="ffffff"/>
              </a:solidFill>
              <a:latin typeface="Arial"/>
            </a:endParaRPr>
          </a:p>
        </p:txBody>
      </p:sp>
      <p:sp>
        <p:nvSpPr>
          <p:cNvPr id="147" name="Shape 16"/>
          <p:cNvSpPr/>
          <p:nvPr/>
        </p:nvSpPr>
        <p:spPr>
          <a:xfrm>
            <a:off x="11664000" y="1055880"/>
            <a:ext cx="339840" cy="339840"/>
          </a:xfrm>
          <a:prstGeom prst="roundRect">
            <a:avLst>
              <a:gd name="adj" fmla="val 268625"/>
            </a:avLst>
          </a:prstGeom>
          <a:solidFill>
            <a:srgbClr val="f2b42d"/>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48" name="Text 17"/>
          <p:cNvSpPr/>
          <p:nvPr/>
        </p:nvSpPr>
        <p:spPr>
          <a:xfrm>
            <a:off x="11765880" y="1140840"/>
            <a:ext cx="135360" cy="169560"/>
          </a:xfrm>
          <a:prstGeom prst="rect">
            <a:avLst/>
          </a:prstGeom>
          <a:noFill/>
          <a:ln w="0">
            <a:noFill/>
          </a:ln>
        </p:spPr>
        <p:style>
          <a:lnRef idx="0"/>
          <a:fillRef idx="0"/>
          <a:effectRef idx="0"/>
          <a:fontRef idx="minor"/>
        </p:style>
        <p:txBody>
          <a:bodyPr wrap="none" lIns="0" rIns="0" tIns="0" bIns="0" anchor="t">
            <a:noAutofit/>
          </a:bodyPr>
          <a:p>
            <a:pPr>
              <a:lnSpc>
                <a:spcPts val="1301"/>
              </a:lnSpc>
              <a:tabLst>
                <a:tab algn="l" pos="0"/>
              </a:tabLst>
            </a:pPr>
            <a:r>
              <a:rPr b="0" lang="en-US" sz="1050" spc="-1" strike="noStrike">
                <a:solidFill>
                  <a:srgbClr val="000000"/>
                </a:solidFill>
                <a:latin typeface="Nunito Semi Bold"/>
                <a:ea typeface="Nunito Semi Bold"/>
              </a:rPr>
              <a:t>3</a:t>
            </a:r>
            <a:endParaRPr b="0" lang="en-US" sz="1050" spc="-1" strike="noStrike">
              <a:solidFill>
                <a:srgbClr val="ffffff"/>
              </a:solidFill>
              <a:latin typeface="Arial"/>
            </a:endParaRPr>
          </a:p>
        </p:txBody>
      </p:sp>
      <p:sp>
        <p:nvSpPr>
          <p:cNvPr id="149" name="Text 18"/>
          <p:cNvSpPr/>
          <p:nvPr/>
        </p:nvSpPr>
        <p:spPr>
          <a:xfrm>
            <a:off x="9734040" y="1509480"/>
            <a:ext cx="1334520" cy="165960"/>
          </a:xfrm>
          <a:prstGeom prst="rect">
            <a:avLst/>
          </a:prstGeom>
          <a:noFill/>
          <a:ln w="0">
            <a:noFill/>
          </a:ln>
        </p:spPr>
        <p:style>
          <a:lnRef idx="0"/>
          <a:fillRef idx="0"/>
          <a:effectRef idx="0"/>
          <a:fontRef idx="minor"/>
        </p:style>
        <p:txBody>
          <a:bodyPr wrap="none" lIns="0" rIns="0" tIns="0" bIns="0" anchor="t">
            <a:noAutofit/>
          </a:bodyPr>
          <a:p>
            <a:pPr>
              <a:lnSpc>
                <a:spcPts val="1301"/>
              </a:lnSpc>
              <a:tabLst>
                <a:tab algn="l" pos="0"/>
              </a:tabLst>
            </a:pPr>
            <a:r>
              <a:rPr b="0" lang="en-US" sz="1050" spc="-1" strike="noStrike">
                <a:solidFill>
                  <a:srgbClr val="ffffff"/>
                </a:solidFill>
                <a:latin typeface="Nunito Semi Bold"/>
                <a:ea typeface="Nunito Semi Bold"/>
              </a:rPr>
              <a:t>Router Forwarding</a:t>
            </a:r>
            <a:endParaRPr b="0" lang="en-US" sz="1050" spc="-1" strike="noStrike">
              <a:solidFill>
                <a:srgbClr val="ffffff"/>
              </a:solidFill>
              <a:latin typeface="Arial"/>
            </a:endParaRPr>
          </a:p>
        </p:txBody>
      </p:sp>
      <p:sp>
        <p:nvSpPr>
          <p:cNvPr id="150" name="Text 19"/>
          <p:cNvSpPr/>
          <p:nvPr/>
        </p:nvSpPr>
        <p:spPr>
          <a:xfrm>
            <a:off x="9734040" y="1713240"/>
            <a:ext cx="4199400" cy="419040"/>
          </a:xfrm>
          <a:prstGeom prst="rect">
            <a:avLst/>
          </a:prstGeom>
          <a:noFill/>
          <a:ln w="0">
            <a:noFill/>
          </a:ln>
        </p:spPr>
        <p:style>
          <a:lnRef idx="0"/>
          <a:fillRef idx="0"/>
          <a:effectRef idx="0"/>
          <a:fontRef idx="minor"/>
        </p:style>
        <p:txBody>
          <a:bodyPr lIns="0" rIns="0" tIns="0" bIns="0" anchor="t">
            <a:noAutofit/>
          </a:bodyPr>
          <a:p>
            <a:pPr>
              <a:lnSpc>
                <a:spcPts val="1100"/>
              </a:lnSpc>
              <a:tabLst>
                <a:tab algn="l" pos="0"/>
              </a:tabLst>
            </a:pPr>
            <a:r>
              <a:rPr b="0" lang="en-US" sz="850" spc="-1" strike="noStrike">
                <a:solidFill>
                  <a:srgbClr val="ffffff"/>
                </a:solidFill>
                <a:latin typeface="PT Sans"/>
                <a:ea typeface="PT Sans"/>
              </a:rPr>
              <a:t>Routers examine destination IP addresses and consult routing tables to determine next-hop interfaces. The emulator simulates routing decisions based on longest-prefix matching algorithms and demonstrates how packets traverse multiple hops.</a:t>
            </a:r>
            <a:endParaRPr b="0" lang="en-US" sz="850" spc="-1" strike="noStrike">
              <a:solidFill>
                <a:srgbClr val="ffffff"/>
              </a:solidFill>
              <a:latin typeface="Arial"/>
            </a:endParaRPr>
          </a:p>
        </p:txBody>
      </p:sp>
      <p:pic>
        <p:nvPicPr>
          <p:cNvPr id="151" name="Image 0" descr="preencoded.png"/>
          <p:cNvPicPr/>
          <p:nvPr/>
        </p:nvPicPr>
        <p:blipFill>
          <a:blip r:embed="rId1"/>
          <a:stretch/>
        </p:blipFill>
        <p:spPr>
          <a:xfrm>
            <a:off x="2628360" y="2330640"/>
            <a:ext cx="9372960" cy="5164200"/>
          </a:xfrm>
          <a:prstGeom prst="rect">
            <a:avLst/>
          </a:prstGeom>
          <a:ln w="0">
            <a:noFill/>
          </a:ln>
        </p:spPr>
      </p:pic>
      <p:sp>
        <p:nvSpPr>
          <p:cNvPr id="152" name="Text 20"/>
          <p:cNvSpPr/>
          <p:nvPr/>
        </p:nvSpPr>
        <p:spPr>
          <a:xfrm>
            <a:off x="2856960" y="3051360"/>
            <a:ext cx="1769760" cy="284760"/>
          </a:xfrm>
          <a:prstGeom prst="rect">
            <a:avLst/>
          </a:prstGeom>
          <a:noFill/>
          <a:ln w="0">
            <a:noFill/>
          </a:ln>
        </p:spPr>
        <p:style>
          <a:lnRef idx="0"/>
          <a:fillRef idx="0"/>
          <a:effectRef idx="0"/>
          <a:fontRef idx="minor"/>
        </p:style>
        <p:txBody>
          <a:bodyPr wrap="none" lIns="0" rIns="0" tIns="0" bIns="0" anchor="t">
            <a:noAutofit/>
          </a:bodyPr>
          <a:p>
            <a:pPr>
              <a:lnSpc>
                <a:spcPts val="1551"/>
              </a:lnSpc>
              <a:tabLst>
                <a:tab algn="l" pos="0"/>
              </a:tabLst>
            </a:pPr>
            <a:r>
              <a:rPr b="0" lang="en-US" sz="1250" spc="-1" strike="noStrike">
                <a:solidFill>
                  <a:srgbClr val="ffffff"/>
                </a:solidFill>
                <a:latin typeface="Nunito Semi Bold"/>
                <a:ea typeface="Nunito Semi Bold"/>
              </a:rPr>
              <a:t>IP Header</a:t>
            </a:r>
            <a:endParaRPr b="0" lang="en-US" sz="1250" spc="-1" strike="noStrike">
              <a:solidFill>
                <a:srgbClr val="ffffff"/>
              </a:solidFill>
              <a:latin typeface="Arial"/>
            </a:endParaRPr>
          </a:p>
        </p:txBody>
      </p:sp>
      <p:sp>
        <p:nvSpPr>
          <p:cNvPr id="153" name="Text 21"/>
          <p:cNvSpPr/>
          <p:nvPr/>
        </p:nvSpPr>
        <p:spPr>
          <a:xfrm>
            <a:off x="2856960" y="3423240"/>
            <a:ext cx="1769760" cy="748440"/>
          </a:xfrm>
          <a:prstGeom prst="rect">
            <a:avLst/>
          </a:prstGeom>
          <a:noFill/>
          <a:ln w="0">
            <a:noFill/>
          </a:ln>
        </p:spPr>
        <p:style>
          <a:lnRef idx="0"/>
          <a:fillRef idx="0"/>
          <a:effectRef idx="0"/>
          <a:fontRef idx="minor"/>
        </p:style>
        <p:txBody>
          <a:bodyPr lIns="0" rIns="0" tIns="0" bIns="0" anchor="t">
            <a:noAutofit/>
          </a:bodyPr>
          <a:p>
            <a:pPr>
              <a:lnSpc>
                <a:spcPts val="1001"/>
              </a:lnSpc>
              <a:tabLst>
                <a:tab algn="l" pos="0"/>
              </a:tabLst>
            </a:pPr>
            <a:r>
              <a:rPr b="0" lang="en-US" sz="1050" spc="-1" strike="noStrike">
                <a:solidFill>
                  <a:srgbClr val="ffffff"/>
                </a:solidFill>
                <a:latin typeface="PT Sans"/>
                <a:ea typeface="PT Sans"/>
              </a:rPr>
              <a:t>Contains Version, TTL, and Protocol fields for routing control.</a:t>
            </a:r>
            <a:endParaRPr b="0" lang="en-US" sz="1050" spc="-1" strike="noStrike">
              <a:solidFill>
                <a:srgbClr val="ffffff"/>
              </a:solidFill>
              <a:latin typeface="Arial"/>
            </a:endParaRPr>
          </a:p>
        </p:txBody>
      </p:sp>
      <p:sp>
        <p:nvSpPr>
          <p:cNvPr id="154" name="Text 22"/>
          <p:cNvSpPr/>
          <p:nvPr/>
        </p:nvSpPr>
        <p:spPr>
          <a:xfrm>
            <a:off x="9993240" y="4562640"/>
            <a:ext cx="1769760" cy="284760"/>
          </a:xfrm>
          <a:prstGeom prst="rect">
            <a:avLst/>
          </a:prstGeom>
          <a:noFill/>
          <a:ln w="0">
            <a:noFill/>
          </a:ln>
        </p:spPr>
        <p:style>
          <a:lnRef idx="0"/>
          <a:fillRef idx="0"/>
          <a:effectRef idx="0"/>
          <a:fontRef idx="minor"/>
        </p:style>
        <p:txBody>
          <a:bodyPr wrap="none" lIns="0" rIns="0" tIns="0" bIns="0" anchor="t">
            <a:noAutofit/>
          </a:bodyPr>
          <a:p>
            <a:pPr>
              <a:lnSpc>
                <a:spcPts val="1551"/>
              </a:lnSpc>
              <a:tabLst>
                <a:tab algn="l" pos="0"/>
              </a:tabLst>
            </a:pPr>
            <a:r>
              <a:rPr b="0" lang="en-US" sz="1250" spc="-1" strike="noStrike">
                <a:solidFill>
                  <a:srgbClr val="ffffff"/>
                </a:solidFill>
                <a:latin typeface="Nunito Semi Bold"/>
                <a:ea typeface="Nunito Semi Bold"/>
              </a:rPr>
              <a:t>Addresses</a:t>
            </a:r>
            <a:endParaRPr b="0" lang="en-US" sz="1250" spc="-1" strike="noStrike">
              <a:solidFill>
                <a:srgbClr val="ffffff"/>
              </a:solidFill>
              <a:latin typeface="Arial"/>
            </a:endParaRPr>
          </a:p>
        </p:txBody>
      </p:sp>
      <p:sp>
        <p:nvSpPr>
          <p:cNvPr id="155" name="Text 23"/>
          <p:cNvSpPr/>
          <p:nvPr/>
        </p:nvSpPr>
        <p:spPr>
          <a:xfrm>
            <a:off x="9993240" y="4934880"/>
            <a:ext cx="1769760" cy="935640"/>
          </a:xfrm>
          <a:prstGeom prst="rect">
            <a:avLst/>
          </a:prstGeom>
          <a:noFill/>
          <a:ln w="0">
            <a:noFill/>
          </a:ln>
        </p:spPr>
        <p:style>
          <a:lnRef idx="0"/>
          <a:fillRef idx="0"/>
          <a:effectRef idx="0"/>
          <a:fontRef idx="minor"/>
        </p:style>
        <p:txBody>
          <a:bodyPr lIns="0" rIns="0" tIns="0" bIns="0" anchor="t">
            <a:noAutofit/>
          </a:bodyPr>
          <a:p>
            <a:pPr>
              <a:lnSpc>
                <a:spcPts val="1001"/>
              </a:lnSpc>
              <a:tabLst>
                <a:tab algn="l" pos="0"/>
              </a:tabLst>
            </a:pPr>
            <a:r>
              <a:rPr b="0" lang="en-US" sz="1050" spc="-1" strike="noStrike">
                <a:solidFill>
                  <a:srgbClr val="ffffff"/>
                </a:solidFill>
                <a:latin typeface="PT Sans"/>
                <a:ea typeface="PT Sans"/>
              </a:rPr>
              <a:t>Source IP and Destination IP identify packet endpoints across networks.</a:t>
            </a:r>
            <a:endParaRPr b="0" lang="en-US" sz="1050" spc="-1" strike="noStrike">
              <a:solidFill>
                <a:srgbClr val="ffffff"/>
              </a:solidFill>
              <a:latin typeface="Arial"/>
            </a:endParaRPr>
          </a:p>
        </p:txBody>
      </p:sp>
      <p:sp>
        <p:nvSpPr>
          <p:cNvPr id="156" name="Shape 24"/>
          <p:cNvSpPr/>
          <p:nvPr/>
        </p:nvSpPr>
        <p:spPr>
          <a:xfrm>
            <a:off x="567360" y="7564680"/>
            <a:ext cx="13494600" cy="340920"/>
          </a:xfrm>
          <a:prstGeom prst="roundRect">
            <a:avLst>
              <a:gd name="adj" fmla="val 49837"/>
            </a:avLst>
          </a:prstGeom>
          <a:solidFill>
            <a:srgbClr val="483304"/>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pic>
        <p:nvPicPr>
          <p:cNvPr id="157" name="Image 1" descr="preencoded.png"/>
          <p:cNvPicPr/>
          <p:nvPr/>
        </p:nvPicPr>
        <p:blipFill>
          <a:blip r:embed="rId2"/>
          <a:stretch/>
        </p:blipFill>
        <p:spPr>
          <a:xfrm>
            <a:off x="680760" y="7714080"/>
            <a:ext cx="141120" cy="112680"/>
          </a:xfrm>
          <a:prstGeom prst="rect">
            <a:avLst/>
          </a:prstGeom>
          <a:ln w="0">
            <a:noFill/>
          </a:ln>
        </p:spPr>
      </p:pic>
      <p:sp>
        <p:nvSpPr>
          <p:cNvPr id="158" name="Text 25"/>
          <p:cNvSpPr/>
          <p:nvPr/>
        </p:nvSpPr>
        <p:spPr>
          <a:xfrm>
            <a:off x="936360" y="7654680"/>
            <a:ext cx="13012560" cy="139320"/>
          </a:xfrm>
          <a:prstGeom prst="rect">
            <a:avLst/>
          </a:prstGeom>
          <a:noFill/>
          <a:ln w="0">
            <a:noFill/>
          </a:ln>
        </p:spPr>
        <p:style>
          <a:lnRef idx="0"/>
          <a:fillRef idx="0"/>
          <a:effectRef idx="0"/>
          <a:fontRef idx="minor"/>
        </p:style>
        <p:txBody>
          <a:bodyPr wrap="none" lIns="0" rIns="0" tIns="0" bIns="0" anchor="t">
            <a:noAutofit/>
          </a:bodyPr>
          <a:p>
            <a:pPr>
              <a:lnSpc>
                <a:spcPts val="1100"/>
              </a:lnSpc>
              <a:tabLst>
                <a:tab algn="l" pos="0"/>
              </a:tabLst>
            </a:pPr>
            <a:r>
              <a:rPr b="1" lang="en-US" sz="850" spc="-1" strike="noStrike">
                <a:solidFill>
                  <a:srgbClr val="ffffff"/>
                </a:solidFill>
                <a:latin typeface="PT Sans"/>
                <a:ea typeface="PT Sans"/>
              </a:rPr>
              <a:t>Key Insight:</a:t>
            </a:r>
            <a:r>
              <a:rPr b="0" lang="en-US" sz="850" spc="-1" strike="noStrike">
                <a:solidFill>
                  <a:srgbClr val="ffffff"/>
                </a:solidFill>
                <a:latin typeface="PT Sans"/>
                <a:ea typeface="PT Sans"/>
              </a:rPr>
              <a:t> The Network Layer treats packets as opaque data units. It doesn't interpret transport or application content—only logical addressing for inter-network delivery.</a:t>
            </a:r>
            <a:endParaRPr b="0" lang="en-US" sz="85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9" name="Text 0"/>
          <p:cNvSpPr/>
          <p:nvPr/>
        </p:nvSpPr>
        <p:spPr>
          <a:xfrm>
            <a:off x="691920" y="475920"/>
            <a:ext cx="7101000" cy="431640"/>
          </a:xfrm>
          <a:prstGeom prst="rect">
            <a:avLst/>
          </a:prstGeom>
          <a:noFill/>
          <a:ln w="0">
            <a:noFill/>
          </a:ln>
        </p:spPr>
        <p:style>
          <a:lnRef idx="0"/>
          <a:fillRef idx="0"/>
          <a:effectRef idx="0"/>
          <a:fontRef idx="minor"/>
        </p:style>
        <p:txBody>
          <a:bodyPr wrap="none" lIns="0" rIns="0" tIns="0" bIns="0" anchor="t">
            <a:noAutofit/>
          </a:bodyPr>
          <a:p>
            <a:pPr>
              <a:lnSpc>
                <a:spcPts val="3399"/>
              </a:lnSpc>
              <a:tabLst>
                <a:tab algn="l" pos="0"/>
              </a:tabLst>
            </a:pPr>
            <a:r>
              <a:rPr b="0" lang="en-US" sz="2700" spc="-1" strike="noStrike">
                <a:solidFill>
                  <a:srgbClr val="ffffff"/>
                </a:solidFill>
                <a:latin typeface="Nunito Semi Bold"/>
                <a:ea typeface="Nunito Semi Bold"/>
              </a:rPr>
              <a:t>Data Link Layer: Framing and Error Detection</a:t>
            </a:r>
            <a:endParaRPr b="0" lang="en-US" sz="2700" spc="-1" strike="noStrike">
              <a:solidFill>
                <a:srgbClr val="ffffff"/>
              </a:solidFill>
              <a:latin typeface="Arial"/>
            </a:endParaRPr>
          </a:p>
        </p:txBody>
      </p:sp>
      <p:sp>
        <p:nvSpPr>
          <p:cNvPr id="160" name="Text 1"/>
          <p:cNvSpPr/>
          <p:nvPr/>
        </p:nvSpPr>
        <p:spPr>
          <a:xfrm>
            <a:off x="691920" y="2468880"/>
            <a:ext cx="2075400" cy="258840"/>
          </a:xfrm>
          <a:prstGeom prst="rect">
            <a:avLst/>
          </a:prstGeom>
          <a:noFill/>
          <a:ln w="0">
            <a:noFill/>
          </a:ln>
        </p:spPr>
        <p:style>
          <a:lnRef idx="0"/>
          <a:fillRef idx="0"/>
          <a:effectRef idx="0"/>
          <a:fontRef idx="minor"/>
        </p:style>
        <p:txBody>
          <a:bodyPr wrap="none" lIns="0" rIns="0" tIns="0" bIns="0" anchor="t">
            <a:noAutofit/>
          </a:bodyPr>
          <a:p>
            <a:pPr>
              <a:lnSpc>
                <a:spcPts val="2001"/>
              </a:lnSpc>
              <a:tabLst>
                <a:tab algn="l" pos="0"/>
              </a:tabLst>
            </a:pPr>
            <a:r>
              <a:rPr b="0" lang="en-US" sz="1600" spc="-1" strike="noStrike">
                <a:solidFill>
                  <a:srgbClr val="ffffff"/>
                </a:solidFill>
                <a:latin typeface="Nunito Semi Bold"/>
                <a:ea typeface="Nunito Semi Bold"/>
              </a:rPr>
              <a:t>Frame Construction</a:t>
            </a:r>
            <a:endParaRPr b="0" lang="en-US" sz="1600" spc="-1" strike="noStrike">
              <a:solidFill>
                <a:srgbClr val="ffffff"/>
              </a:solidFill>
              <a:latin typeface="Arial"/>
            </a:endParaRPr>
          </a:p>
        </p:txBody>
      </p:sp>
      <p:sp>
        <p:nvSpPr>
          <p:cNvPr id="161" name="Text 2"/>
          <p:cNvSpPr/>
          <p:nvPr/>
        </p:nvSpPr>
        <p:spPr>
          <a:xfrm>
            <a:off x="691920" y="2831760"/>
            <a:ext cx="4402440" cy="799920"/>
          </a:xfrm>
          <a:prstGeom prst="rect">
            <a:avLst/>
          </a:prstGeom>
          <a:noFill/>
          <a:ln w="0">
            <a:noFill/>
          </a:ln>
        </p:spPr>
        <p:style>
          <a:lnRef idx="0"/>
          <a:fillRef idx="0"/>
          <a:effectRef idx="0"/>
          <a:fontRef idx="minor"/>
        </p:style>
        <p:txBody>
          <a:bodyPr lIns="0" rIns="0" tIns="0" bIns="0" anchor="t">
            <a:noAutofit/>
          </a:bodyPr>
          <a:p>
            <a:pPr>
              <a:lnSpc>
                <a:spcPts val="1551"/>
              </a:lnSpc>
              <a:tabLst>
                <a:tab algn="l" pos="0"/>
              </a:tabLst>
            </a:pPr>
            <a:r>
              <a:rPr b="0" lang="en-US" sz="1150" spc="-1" strike="noStrike">
                <a:solidFill>
                  <a:srgbClr val="ffffff"/>
                </a:solidFill>
                <a:latin typeface="PT Sans"/>
                <a:ea typeface="PT Sans"/>
              </a:rPr>
              <a:t>The Data Link Layer encapsulates IP packets into frames suitable for transmission over physical media. Each frame includes header fields with MAC addresses for local delivery within the same broadcast domain.</a:t>
            </a:r>
            <a:endParaRPr b="0" lang="en-US" sz="1150" spc="-1" strike="noStrike">
              <a:solidFill>
                <a:srgbClr val="ffffff"/>
              </a:solidFill>
              <a:latin typeface="Arial"/>
            </a:endParaRPr>
          </a:p>
        </p:txBody>
      </p:sp>
      <p:sp>
        <p:nvSpPr>
          <p:cNvPr id="162" name="Text 3"/>
          <p:cNvSpPr/>
          <p:nvPr/>
        </p:nvSpPr>
        <p:spPr>
          <a:xfrm>
            <a:off x="691920" y="3725280"/>
            <a:ext cx="4402440" cy="199440"/>
          </a:xfrm>
          <a:prstGeom prst="rect">
            <a:avLst/>
          </a:prstGeom>
          <a:noFill/>
          <a:ln w="0">
            <a:noFill/>
          </a:ln>
        </p:spPr>
        <p:style>
          <a:lnRef idx="0"/>
          <a:fillRef idx="0"/>
          <a:effectRef idx="0"/>
          <a:fontRef idx="minor"/>
        </p:style>
        <p:txBody>
          <a:bodyPr wrap="none" lIns="0" rIns="0" tIns="0" bIns="0" anchor="t">
            <a:noAutofit/>
          </a:bodyPr>
          <a:p>
            <a:pPr>
              <a:lnSpc>
                <a:spcPts val="1551"/>
              </a:lnSpc>
              <a:tabLst>
                <a:tab algn="l" pos="0"/>
              </a:tabLst>
            </a:pPr>
            <a:r>
              <a:rPr b="1" lang="en-US" sz="1150" spc="-1" strike="noStrike">
                <a:solidFill>
                  <a:srgbClr val="ffffff"/>
                </a:solidFill>
                <a:latin typeface="PT Sans"/>
                <a:ea typeface="PT Sans"/>
              </a:rPr>
              <a:t>Frame Structure:</a:t>
            </a:r>
            <a:endParaRPr b="0" lang="en-US" sz="1150" spc="-1" strike="noStrike">
              <a:solidFill>
                <a:srgbClr val="ffffff"/>
              </a:solidFill>
              <a:latin typeface="Arial"/>
            </a:endParaRPr>
          </a:p>
        </p:txBody>
      </p:sp>
      <p:sp>
        <p:nvSpPr>
          <p:cNvPr id="163" name="Text 4"/>
          <p:cNvSpPr/>
          <p:nvPr/>
        </p:nvSpPr>
        <p:spPr>
          <a:xfrm>
            <a:off x="691920" y="4017960"/>
            <a:ext cx="4402440" cy="800280"/>
          </a:xfrm>
          <a:prstGeom prst="rect">
            <a:avLst/>
          </a:prstGeom>
          <a:noFill/>
          <a:ln w="0">
            <a:noFill/>
          </a:ln>
        </p:spPr>
        <p:style>
          <a:lnRef idx="0"/>
          <a:fillRef idx="0"/>
          <a:effectRef idx="0"/>
          <a:fontRef idx="minor"/>
        </p:style>
        <p:txBody>
          <a:bodyPr lIns="0" rIns="0" tIns="0" bIns="0" anchor="t">
            <a:noAutofit/>
          </a:bodyPr>
          <a:p>
            <a:pPr marL="343080" indent="-343080">
              <a:lnSpc>
                <a:spcPts val="1551"/>
              </a:lnSpc>
              <a:buClr>
                <a:srgbClr val="ffffff"/>
              </a:buClr>
              <a:buFont typeface="Symbol" charset="2"/>
              <a:buChar char=""/>
            </a:pPr>
            <a:r>
              <a:rPr b="0" lang="en-US" sz="1150" spc="-1" strike="noStrike">
                <a:solidFill>
                  <a:srgbClr val="ffffff"/>
                </a:solidFill>
                <a:latin typeface="PT Sans"/>
                <a:ea typeface="PT Sans"/>
              </a:rPr>
              <a:t>Frame Header: Source and destination MAC addresses (48 bits each)</a:t>
            </a:r>
            <a:endParaRPr b="0" lang="en-US" sz="1150" spc="-1" strike="noStrike">
              <a:solidFill>
                <a:srgbClr val="ffffff"/>
              </a:solidFill>
              <a:latin typeface="Arial"/>
            </a:endParaRPr>
          </a:p>
          <a:p>
            <a:pPr marL="343080" indent="-343080">
              <a:lnSpc>
                <a:spcPts val="1551"/>
              </a:lnSpc>
              <a:buClr>
                <a:srgbClr val="ffffff"/>
              </a:buClr>
              <a:buFont typeface="Symbol" charset="2"/>
              <a:buChar char=""/>
            </a:pPr>
            <a:r>
              <a:rPr b="0" lang="en-US" sz="1150" spc="-1" strike="noStrike">
                <a:solidFill>
                  <a:srgbClr val="ffffff"/>
                </a:solidFill>
                <a:latin typeface="PT Sans"/>
                <a:ea typeface="PT Sans"/>
              </a:rPr>
              <a:t>Payload Area: Encapsulated IP packet (variable length)</a:t>
            </a:r>
            <a:endParaRPr b="0" lang="en-US" sz="1150" spc="-1" strike="noStrike">
              <a:solidFill>
                <a:srgbClr val="ffffff"/>
              </a:solidFill>
              <a:latin typeface="Arial"/>
            </a:endParaRPr>
          </a:p>
          <a:p>
            <a:pPr marL="343080" indent="-343080">
              <a:lnSpc>
                <a:spcPts val="1551"/>
              </a:lnSpc>
              <a:buClr>
                <a:srgbClr val="ffffff"/>
              </a:buClr>
              <a:buFont typeface="Symbol" charset="2"/>
              <a:buChar char=""/>
            </a:pPr>
            <a:r>
              <a:rPr b="0" lang="en-US" sz="1150" spc="-1" strike="noStrike">
                <a:solidFill>
                  <a:srgbClr val="ffffff"/>
                </a:solidFill>
                <a:latin typeface="PT Sans"/>
                <a:ea typeface="PT Sans"/>
              </a:rPr>
              <a:t>Frame Trailer: Frame Check Sequence (FCS) for error detection</a:t>
            </a:r>
            <a:endParaRPr b="0" lang="en-US" sz="1150" spc="-1" strike="noStrike">
              <a:solidFill>
                <a:srgbClr val="ffffff"/>
              </a:solidFill>
              <a:latin typeface="Arial"/>
            </a:endParaRPr>
          </a:p>
        </p:txBody>
      </p:sp>
      <p:pic>
        <p:nvPicPr>
          <p:cNvPr id="164" name="Image 0" descr="preencoded.png"/>
          <p:cNvPicPr/>
          <p:nvPr/>
        </p:nvPicPr>
        <p:blipFill>
          <a:blip r:embed="rId1"/>
          <a:stretch/>
        </p:blipFill>
        <p:spPr>
          <a:xfrm>
            <a:off x="5461200" y="1179000"/>
            <a:ext cx="7211160" cy="4933800"/>
          </a:xfrm>
          <a:prstGeom prst="rect">
            <a:avLst/>
          </a:prstGeom>
          <a:ln w="0">
            <a:noFill/>
          </a:ln>
        </p:spPr>
      </p:pic>
      <p:pic>
        <p:nvPicPr>
          <p:cNvPr id="165" name="Image 1" descr="preencoded.png"/>
          <p:cNvPicPr/>
          <p:nvPr/>
        </p:nvPicPr>
        <p:blipFill>
          <a:blip r:embed="rId2">
            <a:extLst>
              <a:ext uri="{96DAC541-7B7A-43D3-8B79-37D633B846F1}">
                <asvg:svgBlip xmlns:asvg="http://schemas.microsoft.com/office/drawing/2016/SVG/main" r:embed="rId3"/>
              </a:ext>
            </a:extLst>
          </a:blip>
          <a:stretch/>
        </p:blipFill>
        <p:spPr>
          <a:xfrm>
            <a:off x="691920" y="6274080"/>
            <a:ext cx="293400" cy="293400"/>
          </a:xfrm>
          <a:prstGeom prst="rect">
            <a:avLst/>
          </a:prstGeom>
          <a:ln w="0">
            <a:noFill/>
          </a:ln>
        </p:spPr>
      </p:pic>
      <p:sp>
        <p:nvSpPr>
          <p:cNvPr id="166" name="Text 5"/>
          <p:cNvSpPr/>
          <p:nvPr/>
        </p:nvSpPr>
        <p:spPr>
          <a:xfrm>
            <a:off x="1115280" y="6324480"/>
            <a:ext cx="1729440" cy="215640"/>
          </a:xfrm>
          <a:prstGeom prst="rect">
            <a:avLst/>
          </a:prstGeom>
          <a:noFill/>
          <a:ln w="0">
            <a:noFill/>
          </a:ln>
        </p:spPr>
        <p:style>
          <a:lnRef idx="0"/>
          <a:fillRef idx="0"/>
          <a:effectRef idx="0"/>
          <a:fontRef idx="minor"/>
        </p:style>
        <p:txBody>
          <a:bodyPr wrap="none" lIns="0" rIns="0" tIns="0" bIns="0" anchor="t">
            <a:noAutofit/>
          </a:bodyPr>
          <a:p>
            <a:pPr>
              <a:lnSpc>
                <a:spcPts val="1701"/>
              </a:lnSpc>
              <a:tabLst>
                <a:tab algn="l" pos="0"/>
              </a:tabLst>
            </a:pPr>
            <a:r>
              <a:rPr b="0" lang="en-US" sz="1350" spc="-1" strike="noStrike">
                <a:solidFill>
                  <a:srgbClr val="ffffff"/>
                </a:solidFill>
                <a:latin typeface="Nunito Semi Bold"/>
                <a:ea typeface="Nunito Semi Bold"/>
              </a:rPr>
              <a:t>MAC Addressing</a:t>
            </a:r>
            <a:endParaRPr b="0" lang="en-US" sz="1350" spc="-1" strike="noStrike">
              <a:solidFill>
                <a:srgbClr val="ffffff"/>
              </a:solidFill>
              <a:latin typeface="Arial"/>
            </a:endParaRPr>
          </a:p>
        </p:txBody>
      </p:sp>
      <p:sp>
        <p:nvSpPr>
          <p:cNvPr id="167" name="Text 6"/>
          <p:cNvSpPr/>
          <p:nvPr/>
        </p:nvSpPr>
        <p:spPr>
          <a:xfrm>
            <a:off x="1115280" y="6602760"/>
            <a:ext cx="3905640" cy="799920"/>
          </a:xfrm>
          <a:prstGeom prst="rect">
            <a:avLst/>
          </a:prstGeom>
          <a:noFill/>
          <a:ln w="0">
            <a:noFill/>
          </a:ln>
        </p:spPr>
        <p:style>
          <a:lnRef idx="0"/>
          <a:fillRef idx="0"/>
          <a:effectRef idx="0"/>
          <a:fontRef idx="minor"/>
        </p:style>
        <p:txBody>
          <a:bodyPr lIns="0" rIns="0" tIns="0" bIns="0" anchor="t">
            <a:noAutofit/>
          </a:bodyPr>
          <a:p>
            <a:pPr>
              <a:lnSpc>
                <a:spcPts val="1551"/>
              </a:lnSpc>
              <a:tabLst>
                <a:tab algn="l" pos="0"/>
              </a:tabLst>
            </a:pPr>
            <a:r>
              <a:rPr b="0" lang="en-US" sz="1150" spc="-1" strike="noStrike">
                <a:solidFill>
                  <a:srgbClr val="ffffff"/>
                </a:solidFill>
                <a:latin typeface="PT Sans"/>
                <a:ea typeface="PT Sans"/>
              </a:rPr>
              <a:t>Hardware addresses uniquely identify network interfaces within a local network segment. The emulator shows address resolution using simulated ARP (Address Resolution Protocol) requests.</a:t>
            </a:r>
            <a:endParaRPr b="0" lang="en-US" sz="1150" spc="-1" strike="noStrike">
              <a:solidFill>
                <a:srgbClr val="ffffff"/>
              </a:solidFill>
              <a:latin typeface="Arial"/>
            </a:endParaRPr>
          </a:p>
        </p:txBody>
      </p:sp>
      <p:pic>
        <p:nvPicPr>
          <p:cNvPr id="168" name="Image 2" descr="preencoded.png"/>
          <p:cNvPicPr/>
          <p:nvPr/>
        </p:nvPicPr>
        <p:blipFill>
          <a:blip r:embed="rId4">
            <a:extLst>
              <a:ext uri="{96DAC541-7B7A-43D3-8B79-37D633B846F1}">
                <asvg:svgBlip xmlns:asvg="http://schemas.microsoft.com/office/drawing/2016/SVG/main" r:embed="rId5"/>
              </a:ext>
            </a:extLst>
          </a:blip>
          <a:stretch/>
        </p:blipFill>
        <p:spPr>
          <a:xfrm>
            <a:off x="5150520" y="6274080"/>
            <a:ext cx="293400" cy="293400"/>
          </a:xfrm>
          <a:prstGeom prst="rect">
            <a:avLst/>
          </a:prstGeom>
          <a:ln w="0">
            <a:noFill/>
          </a:ln>
        </p:spPr>
      </p:pic>
      <p:sp>
        <p:nvSpPr>
          <p:cNvPr id="169" name="Text 7"/>
          <p:cNvSpPr/>
          <p:nvPr/>
        </p:nvSpPr>
        <p:spPr>
          <a:xfrm>
            <a:off x="5573520" y="6324480"/>
            <a:ext cx="1729440" cy="215640"/>
          </a:xfrm>
          <a:prstGeom prst="rect">
            <a:avLst/>
          </a:prstGeom>
          <a:noFill/>
          <a:ln w="0">
            <a:noFill/>
          </a:ln>
        </p:spPr>
        <p:style>
          <a:lnRef idx="0"/>
          <a:fillRef idx="0"/>
          <a:effectRef idx="0"/>
          <a:fontRef idx="minor"/>
        </p:style>
        <p:txBody>
          <a:bodyPr wrap="none" lIns="0" rIns="0" tIns="0" bIns="0" anchor="t">
            <a:noAutofit/>
          </a:bodyPr>
          <a:p>
            <a:pPr>
              <a:lnSpc>
                <a:spcPts val="1701"/>
              </a:lnSpc>
              <a:tabLst>
                <a:tab algn="l" pos="0"/>
              </a:tabLst>
            </a:pPr>
            <a:r>
              <a:rPr b="0" lang="en-US" sz="1350" spc="-1" strike="noStrike">
                <a:solidFill>
                  <a:srgbClr val="ffffff"/>
                </a:solidFill>
                <a:latin typeface="Nunito Semi Bold"/>
                <a:ea typeface="Nunito Semi Bold"/>
              </a:rPr>
              <a:t>Parity Check</a:t>
            </a:r>
            <a:endParaRPr b="0" lang="en-US" sz="1350" spc="-1" strike="noStrike">
              <a:solidFill>
                <a:srgbClr val="ffffff"/>
              </a:solidFill>
              <a:latin typeface="Arial"/>
            </a:endParaRPr>
          </a:p>
        </p:txBody>
      </p:sp>
      <p:sp>
        <p:nvSpPr>
          <p:cNvPr id="170" name="Text 8"/>
          <p:cNvSpPr/>
          <p:nvPr/>
        </p:nvSpPr>
        <p:spPr>
          <a:xfrm>
            <a:off x="5573520" y="6602760"/>
            <a:ext cx="3905640" cy="799920"/>
          </a:xfrm>
          <a:prstGeom prst="rect">
            <a:avLst/>
          </a:prstGeom>
          <a:noFill/>
          <a:ln w="0">
            <a:noFill/>
          </a:ln>
        </p:spPr>
        <p:style>
          <a:lnRef idx="0"/>
          <a:fillRef idx="0"/>
          <a:effectRef idx="0"/>
          <a:fontRef idx="minor"/>
        </p:style>
        <p:txBody>
          <a:bodyPr lIns="0" rIns="0" tIns="0" bIns="0" anchor="t">
            <a:noAutofit/>
          </a:bodyPr>
          <a:p>
            <a:pPr>
              <a:lnSpc>
                <a:spcPts val="1551"/>
              </a:lnSpc>
              <a:tabLst>
                <a:tab algn="l" pos="0"/>
              </a:tabLst>
            </a:pPr>
            <a:r>
              <a:rPr b="0" lang="en-US" sz="1150" spc="-1" strike="noStrike">
                <a:solidFill>
                  <a:srgbClr val="ffffff"/>
                </a:solidFill>
                <a:latin typeface="PT Sans"/>
                <a:ea typeface="PT Sans"/>
              </a:rPr>
              <a:t>Simple error detection adding a parity bit to ensure even or odd bit counts. Limited effectiveness but minimal overhead. The emulator demonstrates single-bit error detection capability.</a:t>
            </a:r>
            <a:endParaRPr b="0" lang="en-US" sz="1150" spc="-1" strike="noStrike">
              <a:solidFill>
                <a:srgbClr val="ffffff"/>
              </a:solidFill>
              <a:latin typeface="Arial"/>
            </a:endParaRPr>
          </a:p>
        </p:txBody>
      </p:sp>
      <p:pic>
        <p:nvPicPr>
          <p:cNvPr id="171" name="Image 3" descr="preencoded.png"/>
          <p:cNvPicPr/>
          <p:nvPr/>
        </p:nvPicPr>
        <p:blipFill>
          <a:blip r:embed="rId6">
            <a:extLst>
              <a:ext uri="{96DAC541-7B7A-43D3-8B79-37D633B846F1}">
                <asvg:svgBlip xmlns:asvg="http://schemas.microsoft.com/office/drawing/2016/SVG/main" r:embed="rId7"/>
              </a:ext>
            </a:extLst>
          </a:blip>
          <a:stretch/>
        </p:blipFill>
        <p:spPr>
          <a:xfrm>
            <a:off x="9608760" y="6274080"/>
            <a:ext cx="293400" cy="293400"/>
          </a:xfrm>
          <a:prstGeom prst="rect">
            <a:avLst/>
          </a:prstGeom>
          <a:ln w="0">
            <a:noFill/>
          </a:ln>
        </p:spPr>
      </p:pic>
      <p:sp>
        <p:nvSpPr>
          <p:cNvPr id="172" name="Text 9"/>
          <p:cNvSpPr/>
          <p:nvPr/>
        </p:nvSpPr>
        <p:spPr>
          <a:xfrm>
            <a:off x="10032120" y="6324480"/>
            <a:ext cx="2511720" cy="215640"/>
          </a:xfrm>
          <a:prstGeom prst="rect">
            <a:avLst/>
          </a:prstGeom>
          <a:noFill/>
          <a:ln w="0">
            <a:noFill/>
          </a:ln>
        </p:spPr>
        <p:style>
          <a:lnRef idx="0"/>
          <a:fillRef idx="0"/>
          <a:effectRef idx="0"/>
          <a:fontRef idx="minor"/>
        </p:style>
        <p:txBody>
          <a:bodyPr wrap="none" lIns="0" rIns="0" tIns="0" bIns="0" anchor="t">
            <a:noAutofit/>
          </a:bodyPr>
          <a:p>
            <a:pPr>
              <a:lnSpc>
                <a:spcPts val="1701"/>
              </a:lnSpc>
              <a:tabLst>
                <a:tab algn="l" pos="0"/>
              </a:tabLst>
            </a:pPr>
            <a:r>
              <a:rPr b="0" lang="en-US" sz="1350" spc="-1" strike="noStrike">
                <a:solidFill>
                  <a:srgbClr val="ffffff"/>
                </a:solidFill>
                <a:latin typeface="Nunito Semi Bold"/>
                <a:ea typeface="Nunito Semi Bold"/>
              </a:rPr>
              <a:t>Cyclic Redundancy Check (CRC)</a:t>
            </a:r>
            <a:endParaRPr b="0" lang="en-US" sz="1350" spc="-1" strike="noStrike">
              <a:solidFill>
                <a:srgbClr val="ffffff"/>
              </a:solidFill>
              <a:latin typeface="Arial"/>
            </a:endParaRPr>
          </a:p>
        </p:txBody>
      </p:sp>
      <p:sp>
        <p:nvSpPr>
          <p:cNvPr id="173" name="Text 10"/>
          <p:cNvSpPr/>
          <p:nvPr/>
        </p:nvSpPr>
        <p:spPr>
          <a:xfrm>
            <a:off x="10032120" y="6602760"/>
            <a:ext cx="3905640" cy="799920"/>
          </a:xfrm>
          <a:prstGeom prst="rect">
            <a:avLst/>
          </a:prstGeom>
          <a:noFill/>
          <a:ln w="0">
            <a:noFill/>
          </a:ln>
        </p:spPr>
        <p:style>
          <a:lnRef idx="0"/>
          <a:fillRef idx="0"/>
          <a:effectRef idx="0"/>
          <a:fontRef idx="minor"/>
        </p:style>
        <p:txBody>
          <a:bodyPr lIns="0" rIns="0" tIns="0" bIns="0" anchor="t">
            <a:noAutofit/>
          </a:bodyPr>
          <a:p>
            <a:pPr>
              <a:lnSpc>
                <a:spcPts val="1551"/>
              </a:lnSpc>
              <a:tabLst>
                <a:tab algn="l" pos="0"/>
              </a:tabLst>
            </a:pPr>
            <a:r>
              <a:rPr b="0" lang="en-US" sz="1150" spc="-1" strike="noStrike">
                <a:solidFill>
                  <a:srgbClr val="ffffff"/>
                </a:solidFill>
                <a:latin typeface="PT Sans"/>
                <a:ea typeface="PT Sans"/>
              </a:rPr>
              <a:t>Polynomial-based hash function generating FCS values. Highly effective at detecting burst errors. The emulator implements CRC-32 calculation and shows detection of corrupted frames during transmission.</a:t>
            </a:r>
            <a:endParaRPr b="0" lang="en-US" sz="1150" spc="-1" strike="noStrike">
              <a:solidFill>
                <a:srgbClr val="ffffff"/>
              </a:solidFill>
              <a:latin typeface="Arial"/>
            </a:endParaRPr>
          </a:p>
        </p:txBody>
      </p:sp>
      <p:sp>
        <p:nvSpPr>
          <p:cNvPr id="174" name="Text 11"/>
          <p:cNvSpPr/>
          <p:nvPr/>
        </p:nvSpPr>
        <p:spPr>
          <a:xfrm>
            <a:off x="691920" y="7519320"/>
            <a:ext cx="13245840" cy="199440"/>
          </a:xfrm>
          <a:prstGeom prst="rect">
            <a:avLst/>
          </a:prstGeom>
          <a:noFill/>
          <a:ln w="0">
            <a:noFill/>
          </a:ln>
        </p:spPr>
        <p:style>
          <a:lnRef idx="0"/>
          <a:fillRef idx="0"/>
          <a:effectRef idx="0"/>
          <a:fontRef idx="minor"/>
        </p:style>
        <p:txBody>
          <a:bodyPr wrap="none" lIns="0" rIns="0" tIns="0" bIns="0" anchor="t">
            <a:noAutofit/>
          </a:bodyPr>
          <a:p>
            <a:pPr>
              <a:lnSpc>
                <a:spcPts val="1551"/>
              </a:lnSpc>
              <a:tabLst>
                <a:tab algn="l" pos="0"/>
              </a:tabLst>
            </a:pPr>
            <a:r>
              <a:rPr b="1" lang="en-US" sz="1150" spc="-1" strike="noStrike">
                <a:solidFill>
                  <a:srgbClr val="dd785e"/>
                </a:solidFill>
                <a:latin typeface="PT Sans"/>
                <a:ea typeface="PT Sans"/>
              </a:rPr>
              <a:t>Important:</a:t>
            </a:r>
            <a:r>
              <a:rPr b="0" lang="en-US" sz="1150" spc="-1" strike="noStrike">
                <a:solidFill>
                  <a:srgbClr val="ffffff"/>
                </a:solidFill>
                <a:latin typeface="PT Sans"/>
                <a:ea typeface="PT Sans"/>
              </a:rPr>
              <a:t> Error detection mechanisms identify corrupted frames but do not correct them—detection triggers retransmission requests at higher layers.</a:t>
            </a:r>
            <a:endParaRPr b="0" lang="en-US" sz="115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5" name="Text 0"/>
          <p:cNvSpPr/>
          <p:nvPr/>
        </p:nvSpPr>
        <p:spPr>
          <a:xfrm>
            <a:off x="711360" y="635040"/>
            <a:ext cx="5850360" cy="391680"/>
          </a:xfrm>
          <a:prstGeom prst="rect">
            <a:avLst/>
          </a:prstGeom>
          <a:noFill/>
          <a:ln w="0">
            <a:noFill/>
          </a:ln>
        </p:spPr>
        <p:style>
          <a:lnRef idx="0"/>
          <a:fillRef idx="0"/>
          <a:effectRef idx="0"/>
          <a:fontRef idx="minor"/>
        </p:style>
        <p:txBody>
          <a:bodyPr wrap="none" lIns="0" rIns="0" tIns="0" bIns="0" anchor="t">
            <a:noAutofit/>
          </a:bodyPr>
          <a:p>
            <a:pPr>
              <a:lnSpc>
                <a:spcPts val="3050"/>
              </a:lnSpc>
              <a:tabLst>
                <a:tab algn="l" pos="0"/>
              </a:tabLst>
            </a:pPr>
            <a:r>
              <a:rPr b="0" lang="en-US" sz="2450" spc="-1" strike="noStrike">
                <a:solidFill>
                  <a:srgbClr val="ffffff"/>
                </a:solidFill>
                <a:latin typeface="Nunito Semi Bold"/>
                <a:ea typeface="Nunito Semi Bold"/>
              </a:rPr>
              <a:t>Physical Layer: Encoding and Modulation</a:t>
            </a:r>
            <a:endParaRPr b="0" lang="en-US" sz="2450" spc="-1" strike="noStrike">
              <a:solidFill>
                <a:srgbClr val="ffffff"/>
              </a:solidFill>
              <a:latin typeface="Arial"/>
            </a:endParaRPr>
          </a:p>
        </p:txBody>
      </p:sp>
      <p:sp>
        <p:nvSpPr>
          <p:cNvPr id="176" name="Text 1"/>
          <p:cNvSpPr/>
          <p:nvPr/>
        </p:nvSpPr>
        <p:spPr>
          <a:xfrm>
            <a:off x="711360" y="1197000"/>
            <a:ext cx="13206960" cy="173880"/>
          </a:xfrm>
          <a:prstGeom prst="rect">
            <a:avLst/>
          </a:prstGeom>
          <a:noFill/>
          <a:ln w="0">
            <a:noFill/>
          </a:ln>
        </p:spPr>
        <p:style>
          <a:lnRef idx="0"/>
          <a:fillRef idx="0"/>
          <a:effectRef idx="0"/>
          <a:fontRef idx="minor"/>
        </p:style>
        <p:txBody>
          <a:bodyPr wrap="none" lIns="0" rIns="0" tIns="0" bIns="0" anchor="t">
            <a:noAutofit/>
          </a:bodyPr>
          <a:p>
            <a:pPr>
              <a:lnSpc>
                <a:spcPts val="1349"/>
              </a:lnSpc>
              <a:tabLst>
                <a:tab algn="l" pos="0"/>
              </a:tabLst>
            </a:pPr>
            <a:r>
              <a:rPr b="0" lang="en-US" sz="1050" spc="-1" strike="noStrike">
                <a:solidFill>
                  <a:srgbClr val="ffffff"/>
                </a:solidFill>
                <a:latin typeface="PT Sans"/>
                <a:ea typeface="PT Sans"/>
              </a:rPr>
              <a:t>The Physical Layer converts frame bits into physical signals suitable for transmission over cables, fiber optics, or wireless channels. This layer works exclusively with </a:t>
            </a:r>
            <a:r>
              <a:rPr b="1" lang="en-US" sz="1050" spc="-1" strike="noStrike">
                <a:solidFill>
                  <a:srgbClr val="f2b42d"/>
                </a:solidFill>
                <a:latin typeface="PT Sans"/>
                <a:ea typeface="PT Sans"/>
              </a:rPr>
              <a:t>signals</a:t>
            </a:r>
            <a:r>
              <a:rPr b="0" lang="en-US" sz="1050" spc="-1" strike="noStrike">
                <a:solidFill>
                  <a:srgbClr val="ffffff"/>
                </a:solidFill>
                <a:latin typeface="PT Sans"/>
                <a:ea typeface="PT Sans"/>
              </a:rPr>
              <a:t>, not data structures or logical meanings.</a:t>
            </a:r>
            <a:endParaRPr b="0" lang="en-US" sz="1050" spc="-1" strike="noStrike">
              <a:solidFill>
                <a:srgbClr val="ffffff"/>
              </a:solidFill>
              <a:latin typeface="Arial"/>
            </a:endParaRPr>
          </a:p>
        </p:txBody>
      </p:sp>
      <p:sp>
        <p:nvSpPr>
          <p:cNvPr id="177" name="Shape 2"/>
          <p:cNvSpPr/>
          <p:nvPr/>
        </p:nvSpPr>
        <p:spPr>
          <a:xfrm>
            <a:off x="711360" y="1467000"/>
            <a:ext cx="6560640" cy="2003040"/>
          </a:xfrm>
          <a:prstGeom prst="roundRect">
            <a:avLst>
              <a:gd name="adj" fmla="val 9985"/>
            </a:avLst>
          </a:prstGeom>
          <a:solidFill>
            <a:srgbClr val="00002e"/>
          </a:solidFill>
          <a:ln w="15240">
            <a:solidFill>
              <a:srgbClr val="f2b42d"/>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78" name="Shape 3"/>
          <p:cNvSpPr/>
          <p:nvPr/>
        </p:nvSpPr>
        <p:spPr>
          <a:xfrm>
            <a:off x="860040" y="1615680"/>
            <a:ext cx="399240" cy="399240"/>
          </a:xfrm>
          <a:prstGeom prst="roundRect">
            <a:avLst>
              <a:gd name="adj" fmla="val 22854857"/>
            </a:avLst>
          </a:prstGeom>
          <a:solidFill>
            <a:srgbClr val="f2b42d"/>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pic>
        <p:nvPicPr>
          <p:cNvPr id="179" name="Image 0" descr="preencoded.png"/>
          <p:cNvPicPr/>
          <p:nvPr/>
        </p:nvPicPr>
        <p:blipFill>
          <a:blip r:embed="rId1">
            <a:extLst>
              <a:ext uri="{96DAC541-7B7A-43D3-8B79-37D633B846F1}">
                <asvg:svgBlip xmlns:asvg="http://schemas.microsoft.com/office/drawing/2016/SVG/main" r:embed="rId2"/>
              </a:ext>
            </a:extLst>
          </a:blip>
          <a:stretch/>
        </p:blipFill>
        <p:spPr>
          <a:xfrm>
            <a:off x="969840" y="1725840"/>
            <a:ext cx="179280" cy="179280"/>
          </a:xfrm>
          <a:prstGeom prst="rect">
            <a:avLst/>
          </a:prstGeom>
          <a:ln w="0">
            <a:noFill/>
          </a:ln>
        </p:spPr>
      </p:pic>
      <p:sp>
        <p:nvSpPr>
          <p:cNvPr id="180" name="Text 4"/>
          <p:cNvSpPr/>
          <p:nvPr/>
        </p:nvSpPr>
        <p:spPr>
          <a:xfrm>
            <a:off x="860040" y="2100600"/>
            <a:ext cx="1840320" cy="195480"/>
          </a:xfrm>
          <a:prstGeom prst="rect">
            <a:avLst/>
          </a:prstGeom>
          <a:noFill/>
          <a:ln w="0">
            <a:noFill/>
          </a:ln>
        </p:spPr>
        <p:style>
          <a:lnRef idx="0"/>
          <a:fillRef idx="0"/>
          <a:effectRef idx="0"/>
          <a:fontRef idx="minor"/>
        </p:style>
        <p:txBody>
          <a:bodyPr wrap="none" lIns="0" rIns="0" tIns="0" bIns="0" anchor="t">
            <a:noAutofit/>
          </a:bodyPr>
          <a:p>
            <a:pPr>
              <a:lnSpc>
                <a:spcPts val="1500"/>
              </a:lnSpc>
              <a:tabLst>
                <a:tab algn="l" pos="0"/>
              </a:tabLst>
            </a:pPr>
            <a:r>
              <a:rPr b="0" lang="en-US" sz="1200" spc="-1" strike="noStrike">
                <a:solidFill>
                  <a:srgbClr val="ffffff"/>
                </a:solidFill>
                <a:latin typeface="Nunito Semi Bold"/>
                <a:ea typeface="Nunito Semi Bold"/>
              </a:rPr>
              <a:t>Line Encoding Techniques</a:t>
            </a:r>
            <a:endParaRPr b="0" lang="en-US" sz="1200" spc="-1" strike="noStrike">
              <a:solidFill>
                <a:srgbClr val="ffffff"/>
              </a:solidFill>
              <a:latin typeface="Arial"/>
            </a:endParaRPr>
          </a:p>
        </p:txBody>
      </p:sp>
      <p:sp>
        <p:nvSpPr>
          <p:cNvPr id="181" name="Text 5"/>
          <p:cNvSpPr/>
          <p:nvPr/>
        </p:nvSpPr>
        <p:spPr>
          <a:xfrm>
            <a:off x="860040" y="2347560"/>
            <a:ext cx="6263640" cy="173880"/>
          </a:xfrm>
          <a:prstGeom prst="rect">
            <a:avLst/>
          </a:prstGeom>
          <a:noFill/>
          <a:ln w="0">
            <a:noFill/>
          </a:ln>
        </p:spPr>
        <p:style>
          <a:lnRef idx="0"/>
          <a:fillRef idx="0"/>
          <a:effectRef idx="0"/>
          <a:fontRef idx="minor"/>
        </p:style>
        <p:txBody>
          <a:bodyPr wrap="none" lIns="0" rIns="0" tIns="0" bIns="0" anchor="t">
            <a:noAutofit/>
          </a:bodyPr>
          <a:p>
            <a:pPr>
              <a:lnSpc>
                <a:spcPts val="1349"/>
              </a:lnSpc>
              <a:tabLst>
                <a:tab algn="l" pos="0"/>
              </a:tabLst>
            </a:pPr>
            <a:r>
              <a:rPr b="1" lang="en-US" sz="1050" spc="-1" strike="noStrike">
                <a:solidFill>
                  <a:srgbClr val="ffffff"/>
                </a:solidFill>
                <a:latin typeface="PT Sans"/>
                <a:ea typeface="PT Sans"/>
              </a:rPr>
              <a:t>NRZ (Non-Return to Zero):</a:t>
            </a:r>
            <a:r>
              <a:rPr b="0" lang="en-US" sz="1050" spc="-1" strike="noStrike">
                <a:solidFill>
                  <a:srgbClr val="ffffff"/>
                </a:solidFill>
                <a:latin typeface="PT Sans"/>
                <a:ea typeface="PT Sans"/>
              </a:rPr>
              <a:t> High voltage = 1, low voltage = 0. Simple but lacks synchronization.</a:t>
            </a:r>
            <a:endParaRPr b="0" lang="en-US" sz="1050" spc="-1" strike="noStrike">
              <a:solidFill>
                <a:srgbClr val="ffffff"/>
              </a:solidFill>
              <a:latin typeface="Arial"/>
            </a:endParaRPr>
          </a:p>
        </p:txBody>
      </p:sp>
      <p:sp>
        <p:nvSpPr>
          <p:cNvPr id="182" name="Text 6"/>
          <p:cNvSpPr/>
          <p:nvPr/>
        </p:nvSpPr>
        <p:spPr>
          <a:xfrm>
            <a:off x="860040" y="2573280"/>
            <a:ext cx="6263640" cy="348480"/>
          </a:xfrm>
          <a:prstGeom prst="rect">
            <a:avLst/>
          </a:prstGeom>
          <a:noFill/>
          <a:ln w="0">
            <a:noFill/>
          </a:ln>
        </p:spPr>
        <p:style>
          <a:lnRef idx="0"/>
          <a:fillRef idx="0"/>
          <a:effectRef idx="0"/>
          <a:fontRef idx="minor"/>
        </p:style>
        <p:txBody>
          <a:bodyPr lIns="0" rIns="0" tIns="0" bIns="0" anchor="t">
            <a:noAutofit/>
          </a:bodyPr>
          <a:p>
            <a:pPr>
              <a:lnSpc>
                <a:spcPts val="1349"/>
              </a:lnSpc>
              <a:tabLst>
                <a:tab algn="l" pos="0"/>
              </a:tabLst>
            </a:pPr>
            <a:r>
              <a:rPr b="1" lang="en-US" sz="1050" spc="-1" strike="noStrike">
                <a:solidFill>
                  <a:srgbClr val="ffffff"/>
                </a:solidFill>
                <a:latin typeface="PT Sans"/>
                <a:ea typeface="PT Sans"/>
              </a:rPr>
              <a:t>Manchester Encoding:</a:t>
            </a:r>
            <a:r>
              <a:rPr b="0" lang="en-US" sz="1050" spc="-1" strike="noStrike">
                <a:solidFill>
                  <a:srgbClr val="ffffff"/>
                </a:solidFill>
                <a:latin typeface="PT Sans"/>
                <a:ea typeface="PT Sans"/>
              </a:rPr>
              <a:t> Each bit period splits into two halves. Transition from low-to-high represents 1, high-to-low represents 0. Self-synchronizing with clock embedded.</a:t>
            </a:r>
            <a:endParaRPr b="0" lang="en-US" sz="1050" spc="-1" strike="noStrike">
              <a:solidFill>
                <a:srgbClr val="ffffff"/>
              </a:solidFill>
              <a:latin typeface="Arial"/>
            </a:endParaRPr>
          </a:p>
        </p:txBody>
      </p:sp>
      <p:sp>
        <p:nvSpPr>
          <p:cNvPr id="183" name="Text 7"/>
          <p:cNvSpPr/>
          <p:nvPr/>
        </p:nvSpPr>
        <p:spPr>
          <a:xfrm>
            <a:off x="860040" y="2973240"/>
            <a:ext cx="6263640" cy="348480"/>
          </a:xfrm>
          <a:prstGeom prst="rect">
            <a:avLst/>
          </a:prstGeom>
          <a:noFill/>
          <a:ln w="0">
            <a:noFill/>
          </a:ln>
        </p:spPr>
        <p:style>
          <a:lnRef idx="0"/>
          <a:fillRef idx="0"/>
          <a:effectRef idx="0"/>
          <a:fontRef idx="minor"/>
        </p:style>
        <p:txBody>
          <a:bodyPr lIns="0" rIns="0" tIns="0" bIns="0" anchor="t">
            <a:noAutofit/>
          </a:bodyPr>
          <a:p>
            <a:pPr>
              <a:lnSpc>
                <a:spcPts val="1349"/>
              </a:lnSpc>
              <a:tabLst>
                <a:tab algn="l" pos="0"/>
              </a:tabLst>
            </a:pPr>
            <a:r>
              <a:rPr b="1" lang="en-US" sz="1050" spc="-1" strike="noStrike">
                <a:solidFill>
                  <a:srgbClr val="ffffff"/>
                </a:solidFill>
                <a:latin typeface="PT Sans"/>
                <a:ea typeface="PT Sans"/>
              </a:rPr>
              <a:t>Differential Manchester:</a:t>
            </a:r>
            <a:r>
              <a:rPr b="0" lang="en-US" sz="1050" spc="-1" strike="noStrike">
                <a:solidFill>
                  <a:srgbClr val="ffffff"/>
                </a:solidFill>
                <a:latin typeface="PT Sans"/>
                <a:ea typeface="PT Sans"/>
              </a:rPr>
              <a:t> Always transitions at bit start. Data determined by whether transition occurs mid-bit. More robust synchronization.</a:t>
            </a:r>
            <a:endParaRPr b="0" lang="en-US" sz="1050" spc="-1" strike="noStrike">
              <a:solidFill>
                <a:srgbClr val="ffffff"/>
              </a:solidFill>
              <a:latin typeface="Arial"/>
            </a:endParaRPr>
          </a:p>
        </p:txBody>
      </p:sp>
      <p:sp>
        <p:nvSpPr>
          <p:cNvPr id="184" name="Shape 8"/>
          <p:cNvSpPr/>
          <p:nvPr/>
        </p:nvSpPr>
        <p:spPr>
          <a:xfrm>
            <a:off x="7357680" y="1467000"/>
            <a:ext cx="6560640" cy="2003040"/>
          </a:xfrm>
          <a:prstGeom prst="roundRect">
            <a:avLst>
              <a:gd name="adj" fmla="val 9985"/>
            </a:avLst>
          </a:prstGeom>
          <a:solidFill>
            <a:srgbClr val="00002e"/>
          </a:solidFill>
          <a:ln w="15240">
            <a:solidFill>
              <a:srgbClr val="d7425e"/>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5" name="Shape 9"/>
          <p:cNvSpPr/>
          <p:nvPr/>
        </p:nvSpPr>
        <p:spPr>
          <a:xfrm>
            <a:off x="7506000" y="1615680"/>
            <a:ext cx="399240" cy="399240"/>
          </a:xfrm>
          <a:prstGeom prst="roundRect">
            <a:avLst>
              <a:gd name="adj" fmla="val 22854857"/>
            </a:avLst>
          </a:prstGeom>
          <a:solidFill>
            <a:srgbClr val="d7425e"/>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pic>
        <p:nvPicPr>
          <p:cNvPr id="186" name="Image 1" descr="preencoded.png"/>
          <p:cNvPicPr/>
          <p:nvPr/>
        </p:nvPicPr>
        <p:blipFill>
          <a:blip r:embed="rId3">
            <a:extLst>
              <a:ext uri="{96DAC541-7B7A-43D3-8B79-37D633B846F1}">
                <asvg:svgBlip xmlns:asvg="http://schemas.microsoft.com/office/drawing/2016/SVG/main" r:embed="rId4"/>
              </a:ext>
            </a:extLst>
          </a:blip>
          <a:stretch/>
        </p:blipFill>
        <p:spPr>
          <a:xfrm>
            <a:off x="7616160" y="1725840"/>
            <a:ext cx="179280" cy="179280"/>
          </a:xfrm>
          <a:prstGeom prst="rect">
            <a:avLst/>
          </a:prstGeom>
          <a:ln w="0">
            <a:noFill/>
          </a:ln>
        </p:spPr>
      </p:pic>
      <p:sp>
        <p:nvSpPr>
          <p:cNvPr id="187" name="Text 10"/>
          <p:cNvSpPr/>
          <p:nvPr/>
        </p:nvSpPr>
        <p:spPr>
          <a:xfrm>
            <a:off x="7506000" y="2100600"/>
            <a:ext cx="1656000" cy="195480"/>
          </a:xfrm>
          <a:prstGeom prst="rect">
            <a:avLst/>
          </a:prstGeom>
          <a:noFill/>
          <a:ln w="0">
            <a:noFill/>
          </a:ln>
        </p:spPr>
        <p:style>
          <a:lnRef idx="0"/>
          <a:fillRef idx="0"/>
          <a:effectRef idx="0"/>
          <a:fontRef idx="minor"/>
        </p:style>
        <p:txBody>
          <a:bodyPr wrap="none" lIns="0" rIns="0" tIns="0" bIns="0" anchor="t">
            <a:noAutofit/>
          </a:bodyPr>
          <a:p>
            <a:pPr>
              <a:lnSpc>
                <a:spcPts val="1500"/>
              </a:lnSpc>
              <a:tabLst>
                <a:tab algn="l" pos="0"/>
              </a:tabLst>
            </a:pPr>
            <a:r>
              <a:rPr b="0" lang="en-US" sz="1200" spc="-1" strike="noStrike">
                <a:solidFill>
                  <a:srgbClr val="ffffff"/>
                </a:solidFill>
                <a:latin typeface="Nunito Semi Bold"/>
                <a:ea typeface="Nunito Semi Bold"/>
              </a:rPr>
              <a:t>Modulation Techniques</a:t>
            </a:r>
            <a:endParaRPr b="0" lang="en-US" sz="1200" spc="-1" strike="noStrike">
              <a:solidFill>
                <a:srgbClr val="ffffff"/>
              </a:solidFill>
              <a:latin typeface="Arial"/>
            </a:endParaRPr>
          </a:p>
        </p:txBody>
      </p:sp>
      <p:sp>
        <p:nvSpPr>
          <p:cNvPr id="188" name="Text 11"/>
          <p:cNvSpPr/>
          <p:nvPr/>
        </p:nvSpPr>
        <p:spPr>
          <a:xfrm>
            <a:off x="7506000" y="2347560"/>
            <a:ext cx="6263640" cy="173880"/>
          </a:xfrm>
          <a:prstGeom prst="rect">
            <a:avLst/>
          </a:prstGeom>
          <a:noFill/>
          <a:ln w="0">
            <a:noFill/>
          </a:ln>
        </p:spPr>
        <p:style>
          <a:lnRef idx="0"/>
          <a:fillRef idx="0"/>
          <a:effectRef idx="0"/>
          <a:fontRef idx="minor"/>
        </p:style>
        <p:txBody>
          <a:bodyPr wrap="none" lIns="0" rIns="0" tIns="0" bIns="0" anchor="t">
            <a:noAutofit/>
          </a:bodyPr>
          <a:p>
            <a:pPr>
              <a:lnSpc>
                <a:spcPts val="1349"/>
              </a:lnSpc>
              <a:tabLst>
                <a:tab algn="l" pos="0"/>
              </a:tabLst>
            </a:pPr>
            <a:r>
              <a:rPr b="1" lang="en-US" sz="1050" spc="-1" strike="noStrike">
                <a:solidFill>
                  <a:srgbClr val="ffffff"/>
                </a:solidFill>
                <a:latin typeface="PT Sans"/>
                <a:ea typeface="PT Sans"/>
              </a:rPr>
              <a:t>ASK (Amplitude Shift Keying):</a:t>
            </a:r>
            <a:r>
              <a:rPr b="0" lang="en-US" sz="1050" spc="-1" strike="noStrike">
                <a:solidFill>
                  <a:srgbClr val="ffffff"/>
                </a:solidFill>
                <a:latin typeface="PT Sans"/>
                <a:ea typeface="PT Sans"/>
              </a:rPr>
              <a:t> Varies signal amplitude to represent 0 and 1. Susceptible to noise.</a:t>
            </a:r>
            <a:endParaRPr b="0" lang="en-US" sz="1050" spc="-1" strike="noStrike">
              <a:solidFill>
                <a:srgbClr val="ffffff"/>
              </a:solidFill>
              <a:latin typeface="Arial"/>
            </a:endParaRPr>
          </a:p>
        </p:txBody>
      </p:sp>
      <p:sp>
        <p:nvSpPr>
          <p:cNvPr id="189" name="Text 12"/>
          <p:cNvSpPr/>
          <p:nvPr/>
        </p:nvSpPr>
        <p:spPr>
          <a:xfrm>
            <a:off x="7506000" y="2573280"/>
            <a:ext cx="6263640" cy="173880"/>
          </a:xfrm>
          <a:prstGeom prst="rect">
            <a:avLst/>
          </a:prstGeom>
          <a:noFill/>
          <a:ln w="0">
            <a:noFill/>
          </a:ln>
        </p:spPr>
        <p:style>
          <a:lnRef idx="0"/>
          <a:fillRef idx="0"/>
          <a:effectRef idx="0"/>
          <a:fontRef idx="minor"/>
        </p:style>
        <p:txBody>
          <a:bodyPr wrap="none" lIns="0" rIns="0" tIns="0" bIns="0" anchor="t">
            <a:noAutofit/>
          </a:bodyPr>
          <a:p>
            <a:pPr>
              <a:lnSpc>
                <a:spcPts val="1349"/>
              </a:lnSpc>
              <a:tabLst>
                <a:tab algn="l" pos="0"/>
              </a:tabLst>
            </a:pPr>
            <a:r>
              <a:rPr b="1" lang="en-US" sz="1050" spc="-1" strike="noStrike">
                <a:solidFill>
                  <a:srgbClr val="ffffff"/>
                </a:solidFill>
                <a:latin typeface="PT Sans"/>
                <a:ea typeface="PT Sans"/>
              </a:rPr>
              <a:t>FSK (Frequency Shift Keying):</a:t>
            </a:r>
            <a:r>
              <a:rPr b="0" lang="en-US" sz="1050" spc="-1" strike="noStrike">
                <a:solidFill>
                  <a:srgbClr val="ffffff"/>
                </a:solidFill>
                <a:latin typeface="PT Sans"/>
                <a:ea typeface="PT Sans"/>
              </a:rPr>
              <a:t> Changes frequency between two values. More noise-resistant than ASK.</a:t>
            </a:r>
            <a:endParaRPr b="0" lang="en-US" sz="1050" spc="-1" strike="noStrike">
              <a:solidFill>
                <a:srgbClr val="ffffff"/>
              </a:solidFill>
              <a:latin typeface="Arial"/>
            </a:endParaRPr>
          </a:p>
        </p:txBody>
      </p:sp>
      <p:sp>
        <p:nvSpPr>
          <p:cNvPr id="190" name="Text 13"/>
          <p:cNvSpPr/>
          <p:nvPr/>
        </p:nvSpPr>
        <p:spPr>
          <a:xfrm>
            <a:off x="7506000" y="2798640"/>
            <a:ext cx="6263640" cy="173880"/>
          </a:xfrm>
          <a:prstGeom prst="rect">
            <a:avLst/>
          </a:prstGeom>
          <a:noFill/>
          <a:ln w="0">
            <a:noFill/>
          </a:ln>
        </p:spPr>
        <p:style>
          <a:lnRef idx="0"/>
          <a:fillRef idx="0"/>
          <a:effectRef idx="0"/>
          <a:fontRef idx="minor"/>
        </p:style>
        <p:txBody>
          <a:bodyPr wrap="none" lIns="0" rIns="0" tIns="0" bIns="0" anchor="t">
            <a:noAutofit/>
          </a:bodyPr>
          <a:p>
            <a:pPr>
              <a:lnSpc>
                <a:spcPts val="1349"/>
              </a:lnSpc>
              <a:tabLst>
                <a:tab algn="l" pos="0"/>
              </a:tabLst>
            </a:pPr>
            <a:r>
              <a:rPr b="1" lang="en-US" sz="1050" spc="-1" strike="noStrike">
                <a:solidFill>
                  <a:srgbClr val="ffffff"/>
                </a:solidFill>
                <a:latin typeface="PT Sans"/>
                <a:ea typeface="PT Sans"/>
              </a:rPr>
              <a:t>PSK (Phase Shift Keying):</a:t>
            </a:r>
            <a:r>
              <a:rPr b="0" lang="en-US" sz="1050" spc="-1" strike="noStrike">
                <a:solidFill>
                  <a:srgbClr val="ffffff"/>
                </a:solidFill>
                <a:latin typeface="PT Sans"/>
                <a:ea typeface="PT Sans"/>
              </a:rPr>
              <a:t> Shifts signal phase (0° vs 180°). High noise immunity and spectral efficiency.</a:t>
            </a:r>
            <a:endParaRPr b="0" lang="en-US" sz="1050" spc="-1" strike="noStrike">
              <a:solidFill>
                <a:srgbClr val="ffffff"/>
              </a:solidFill>
              <a:latin typeface="Arial"/>
            </a:endParaRPr>
          </a:p>
        </p:txBody>
      </p:sp>
      <p:pic>
        <p:nvPicPr>
          <p:cNvPr id="191" name="Image 2" descr="preencoded.png"/>
          <p:cNvPicPr/>
          <p:nvPr/>
        </p:nvPicPr>
        <p:blipFill>
          <a:blip r:embed="rId5"/>
          <a:stretch/>
        </p:blipFill>
        <p:spPr>
          <a:xfrm>
            <a:off x="3436560" y="3566520"/>
            <a:ext cx="7756560" cy="3140640"/>
          </a:xfrm>
          <a:prstGeom prst="rect">
            <a:avLst/>
          </a:prstGeom>
          <a:ln w="0">
            <a:noFill/>
          </a:ln>
        </p:spPr>
      </p:pic>
      <p:sp>
        <p:nvSpPr>
          <p:cNvPr id="192" name="Text 14"/>
          <p:cNvSpPr/>
          <p:nvPr/>
        </p:nvSpPr>
        <p:spPr>
          <a:xfrm>
            <a:off x="4013640" y="4792680"/>
            <a:ext cx="1739160" cy="261360"/>
          </a:xfrm>
          <a:prstGeom prst="rect">
            <a:avLst/>
          </a:prstGeom>
          <a:noFill/>
          <a:ln w="0">
            <a:noFill/>
          </a:ln>
        </p:spPr>
        <p:style>
          <a:lnRef idx="0"/>
          <a:fillRef idx="0"/>
          <a:effectRef idx="0"/>
          <a:fontRef idx="minor"/>
        </p:style>
        <p:txBody>
          <a:bodyPr wrap="none" lIns="0" rIns="0" tIns="0" bIns="0" anchor="t">
            <a:noAutofit/>
          </a:bodyPr>
          <a:p>
            <a:pPr algn="ctr">
              <a:lnSpc>
                <a:spcPts val="1551"/>
              </a:lnSpc>
              <a:tabLst>
                <a:tab algn="l" pos="0"/>
              </a:tabLst>
            </a:pPr>
            <a:r>
              <a:rPr b="0" lang="en-US" sz="1250" spc="-1" strike="noStrike">
                <a:solidFill>
                  <a:srgbClr val="ffffff"/>
                </a:solidFill>
                <a:latin typeface="Nunito Semi Bold"/>
                <a:ea typeface="Nunito Semi Bold"/>
              </a:rPr>
              <a:t>NRZ</a:t>
            </a:r>
            <a:endParaRPr b="0" lang="en-US" sz="1250" spc="-1" strike="noStrike">
              <a:solidFill>
                <a:srgbClr val="ffffff"/>
              </a:solidFill>
              <a:latin typeface="Arial"/>
            </a:endParaRPr>
          </a:p>
        </p:txBody>
      </p:sp>
      <p:sp>
        <p:nvSpPr>
          <p:cNvPr id="193" name="Text 15"/>
          <p:cNvSpPr/>
          <p:nvPr/>
        </p:nvSpPr>
        <p:spPr>
          <a:xfrm>
            <a:off x="4013640" y="5133960"/>
            <a:ext cx="1739160" cy="363960"/>
          </a:xfrm>
          <a:prstGeom prst="rect">
            <a:avLst/>
          </a:prstGeom>
          <a:noFill/>
          <a:ln w="0">
            <a:noFill/>
          </a:ln>
        </p:spPr>
        <p:style>
          <a:lnRef idx="0"/>
          <a:fillRef idx="0"/>
          <a:effectRef idx="0"/>
          <a:fontRef idx="minor"/>
        </p:style>
        <p:txBody>
          <a:bodyPr lIns="0" rIns="0" tIns="0" bIns="0" anchor="t">
            <a:noAutofit/>
          </a:bodyPr>
          <a:p>
            <a:pPr algn="ctr">
              <a:lnSpc>
                <a:spcPts val="1100"/>
              </a:lnSpc>
              <a:tabLst>
                <a:tab algn="l" pos="0"/>
              </a:tabLst>
            </a:pPr>
            <a:r>
              <a:rPr b="0" lang="en-US" sz="1050" spc="-1" strike="noStrike">
                <a:solidFill>
                  <a:srgbClr val="ffffff"/>
                </a:solidFill>
                <a:latin typeface="PT Sans"/>
                <a:ea typeface="PT Sans"/>
              </a:rPr>
              <a:t>Non-return-to-zero waveform for bits</a:t>
            </a:r>
            <a:endParaRPr b="0" lang="en-US" sz="1050" spc="-1" strike="noStrike">
              <a:solidFill>
                <a:srgbClr val="ffffff"/>
              </a:solidFill>
              <a:latin typeface="Arial"/>
            </a:endParaRPr>
          </a:p>
        </p:txBody>
      </p:sp>
      <p:sp>
        <p:nvSpPr>
          <p:cNvPr id="194" name="Text 16"/>
          <p:cNvSpPr/>
          <p:nvPr/>
        </p:nvSpPr>
        <p:spPr>
          <a:xfrm>
            <a:off x="6453720" y="4788000"/>
            <a:ext cx="1739160" cy="261360"/>
          </a:xfrm>
          <a:prstGeom prst="rect">
            <a:avLst/>
          </a:prstGeom>
          <a:noFill/>
          <a:ln w="0">
            <a:noFill/>
          </a:ln>
        </p:spPr>
        <p:style>
          <a:lnRef idx="0"/>
          <a:fillRef idx="0"/>
          <a:effectRef idx="0"/>
          <a:fontRef idx="minor"/>
        </p:style>
        <p:txBody>
          <a:bodyPr wrap="none" lIns="0" rIns="0" tIns="0" bIns="0" anchor="t">
            <a:noAutofit/>
          </a:bodyPr>
          <a:p>
            <a:pPr algn="ctr">
              <a:lnSpc>
                <a:spcPts val="1551"/>
              </a:lnSpc>
              <a:tabLst>
                <a:tab algn="l" pos="0"/>
              </a:tabLst>
            </a:pPr>
            <a:r>
              <a:rPr b="0" lang="en-US" sz="1250" spc="-1" strike="noStrike">
                <a:solidFill>
                  <a:srgbClr val="ffffff"/>
                </a:solidFill>
                <a:latin typeface="Nunito Semi Bold"/>
                <a:ea typeface="Nunito Semi Bold"/>
              </a:rPr>
              <a:t>Manchester</a:t>
            </a:r>
            <a:endParaRPr b="0" lang="en-US" sz="1250" spc="-1" strike="noStrike">
              <a:solidFill>
                <a:srgbClr val="ffffff"/>
              </a:solidFill>
              <a:latin typeface="Arial"/>
            </a:endParaRPr>
          </a:p>
        </p:txBody>
      </p:sp>
      <p:sp>
        <p:nvSpPr>
          <p:cNvPr id="195" name="Text 17"/>
          <p:cNvSpPr/>
          <p:nvPr/>
        </p:nvSpPr>
        <p:spPr>
          <a:xfrm>
            <a:off x="6453720" y="5129280"/>
            <a:ext cx="1739160" cy="363960"/>
          </a:xfrm>
          <a:prstGeom prst="rect">
            <a:avLst/>
          </a:prstGeom>
          <a:noFill/>
          <a:ln w="0">
            <a:noFill/>
          </a:ln>
        </p:spPr>
        <p:style>
          <a:lnRef idx="0"/>
          <a:fillRef idx="0"/>
          <a:effectRef idx="0"/>
          <a:fontRef idx="minor"/>
        </p:style>
        <p:txBody>
          <a:bodyPr lIns="0" rIns="0" tIns="0" bIns="0" anchor="t">
            <a:noAutofit/>
          </a:bodyPr>
          <a:p>
            <a:pPr algn="ctr">
              <a:lnSpc>
                <a:spcPts val="1100"/>
              </a:lnSpc>
              <a:tabLst>
                <a:tab algn="l" pos="0"/>
              </a:tabLst>
            </a:pPr>
            <a:r>
              <a:rPr b="0" lang="en-US" sz="1050" spc="-1" strike="noStrike">
                <a:solidFill>
                  <a:srgbClr val="ffffff"/>
                </a:solidFill>
                <a:latin typeface="PT Sans"/>
                <a:ea typeface="PT Sans"/>
              </a:rPr>
              <a:t>Clock-embedded mid-bit transitions</a:t>
            </a:r>
            <a:endParaRPr b="0" lang="en-US" sz="1050" spc="-1" strike="noStrike">
              <a:solidFill>
                <a:srgbClr val="ffffff"/>
              </a:solidFill>
              <a:latin typeface="Arial"/>
            </a:endParaRPr>
          </a:p>
        </p:txBody>
      </p:sp>
      <p:sp>
        <p:nvSpPr>
          <p:cNvPr id="196" name="Text 18"/>
          <p:cNvSpPr/>
          <p:nvPr/>
        </p:nvSpPr>
        <p:spPr>
          <a:xfrm>
            <a:off x="8897040" y="4651920"/>
            <a:ext cx="1739160" cy="523440"/>
          </a:xfrm>
          <a:prstGeom prst="rect">
            <a:avLst/>
          </a:prstGeom>
          <a:noFill/>
          <a:ln w="0">
            <a:noFill/>
          </a:ln>
        </p:spPr>
        <p:style>
          <a:lnRef idx="0"/>
          <a:fillRef idx="0"/>
          <a:effectRef idx="0"/>
          <a:fontRef idx="minor"/>
        </p:style>
        <p:txBody>
          <a:bodyPr lIns="0" rIns="0" tIns="0" bIns="0" anchor="t">
            <a:noAutofit/>
          </a:bodyPr>
          <a:p>
            <a:pPr algn="ctr">
              <a:lnSpc>
                <a:spcPts val="1551"/>
              </a:lnSpc>
              <a:tabLst>
                <a:tab algn="l" pos="0"/>
              </a:tabLst>
            </a:pPr>
            <a:r>
              <a:rPr b="0" lang="en-US" sz="1250" spc="-1" strike="noStrike">
                <a:solidFill>
                  <a:srgbClr val="ffffff"/>
                </a:solidFill>
                <a:latin typeface="Nunito Semi Bold"/>
                <a:ea typeface="Nunito Semi Bold"/>
              </a:rPr>
              <a:t>Differential Manchester</a:t>
            </a:r>
            <a:endParaRPr b="0" lang="en-US" sz="1250" spc="-1" strike="noStrike">
              <a:solidFill>
                <a:srgbClr val="ffffff"/>
              </a:solidFill>
              <a:latin typeface="Arial"/>
            </a:endParaRPr>
          </a:p>
        </p:txBody>
      </p:sp>
      <p:sp>
        <p:nvSpPr>
          <p:cNvPr id="197" name="Text 19"/>
          <p:cNvSpPr/>
          <p:nvPr/>
        </p:nvSpPr>
        <p:spPr>
          <a:xfrm>
            <a:off x="8897040" y="5255280"/>
            <a:ext cx="1739160" cy="363960"/>
          </a:xfrm>
          <a:prstGeom prst="rect">
            <a:avLst/>
          </a:prstGeom>
          <a:noFill/>
          <a:ln w="0">
            <a:noFill/>
          </a:ln>
        </p:spPr>
        <p:style>
          <a:lnRef idx="0"/>
          <a:fillRef idx="0"/>
          <a:effectRef idx="0"/>
          <a:fontRef idx="minor"/>
        </p:style>
        <p:txBody>
          <a:bodyPr lIns="0" rIns="0" tIns="0" bIns="0" anchor="t">
            <a:noAutofit/>
          </a:bodyPr>
          <a:p>
            <a:pPr algn="ctr">
              <a:lnSpc>
                <a:spcPts val="1100"/>
              </a:lnSpc>
              <a:tabLst>
                <a:tab algn="l" pos="0"/>
              </a:tabLst>
            </a:pPr>
            <a:r>
              <a:rPr b="0" lang="en-US" sz="1050" spc="-1" strike="noStrike">
                <a:solidFill>
                  <a:srgbClr val="ffffff"/>
                </a:solidFill>
                <a:latin typeface="PT Sans"/>
                <a:ea typeface="PT Sans"/>
              </a:rPr>
              <a:t>Transition-based encoding with clock</a:t>
            </a:r>
            <a:endParaRPr b="0" lang="en-US" sz="1050" spc="-1" strike="noStrike">
              <a:solidFill>
                <a:srgbClr val="ffffff"/>
              </a:solidFill>
              <a:latin typeface="Arial"/>
            </a:endParaRPr>
          </a:p>
        </p:txBody>
      </p:sp>
      <p:sp>
        <p:nvSpPr>
          <p:cNvPr id="198" name="Text 20"/>
          <p:cNvSpPr/>
          <p:nvPr/>
        </p:nvSpPr>
        <p:spPr>
          <a:xfrm>
            <a:off x="711360" y="6887880"/>
            <a:ext cx="1568520" cy="195480"/>
          </a:xfrm>
          <a:prstGeom prst="rect">
            <a:avLst/>
          </a:prstGeom>
          <a:noFill/>
          <a:ln w="0">
            <a:noFill/>
          </a:ln>
        </p:spPr>
        <p:style>
          <a:lnRef idx="0"/>
          <a:fillRef idx="0"/>
          <a:effectRef idx="0"/>
          <a:fontRef idx="minor"/>
        </p:style>
        <p:txBody>
          <a:bodyPr wrap="none" lIns="0" rIns="0" tIns="0" bIns="0" anchor="t">
            <a:noAutofit/>
          </a:bodyPr>
          <a:p>
            <a:pPr>
              <a:lnSpc>
                <a:spcPts val="1500"/>
              </a:lnSpc>
              <a:tabLst>
                <a:tab algn="l" pos="0"/>
              </a:tabLst>
            </a:pPr>
            <a:r>
              <a:rPr b="0" lang="en-US" sz="1200" spc="-1" strike="noStrike">
                <a:solidFill>
                  <a:srgbClr val="ffffff"/>
                </a:solidFill>
                <a:latin typeface="Nunito Semi Bold"/>
                <a:ea typeface="Nunito Semi Bold"/>
              </a:rPr>
              <a:t>Signal Visualization</a:t>
            </a:r>
            <a:endParaRPr b="0" lang="en-US" sz="1200" spc="-1" strike="noStrike">
              <a:solidFill>
                <a:srgbClr val="ffffff"/>
              </a:solidFill>
              <a:latin typeface="Arial"/>
            </a:endParaRPr>
          </a:p>
        </p:txBody>
      </p:sp>
      <p:sp>
        <p:nvSpPr>
          <p:cNvPr id="199" name="Text 21"/>
          <p:cNvSpPr/>
          <p:nvPr/>
        </p:nvSpPr>
        <p:spPr>
          <a:xfrm>
            <a:off x="711360" y="7169040"/>
            <a:ext cx="6440400" cy="348480"/>
          </a:xfrm>
          <a:prstGeom prst="rect">
            <a:avLst/>
          </a:prstGeom>
          <a:noFill/>
          <a:ln w="0">
            <a:noFill/>
          </a:ln>
        </p:spPr>
        <p:style>
          <a:lnRef idx="0"/>
          <a:fillRef idx="0"/>
          <a:effectRef idx="0"/>
          <a:fontRef idx="minor"/>
        </p:style>
        <p:txBody>
          <a:bodyPr lIns="0" rIns="0" tIns="0" bIns="0" anchor="t">
            <a:noAutofit/>
          </a:bodyPr>
          <a:p>
            <a:pPr>
              <a:lnSpc>
                <a:spcPts val="1349"/>
              </a:lnSpc>
              <a:tabLst>
                <a:tab algn="l" pos="0"/>
              </a:tabLst>
            </a:pPr>
            <a:r>
              <a:rPr b="0" lang="en-US" sz="1050" spc="-1" strike="noStrike">
                <a:solidFill>
                  <a:srgbClr val="ffffff"/>
                </a:solidFill>
                <a:latin typeface="PT Sans"/>
                <a:ea typeface="PT Sans"/>
              </a:rPr>
              <a:t>The emulator renders real-time waveform graphs showing how bit sequences transform into electrical or optical signals. Users can compare encoding efficiency and observe timing relationships.</a:t>
            </a:r>
            <a:endParaRPr b="0" lang="en-US" sz="1050" spc="-1" strike="noStrike">
              <a:solidFill>
                <a:srgbClr val="ffffff"/>
              </a:solidFill>
              <a:latin typeface="Arial"/>
            </a:endParaRPr>
          </a:p>
        </p:txBody>
      </p:sp>
      <p:sp>
        <p:nvSpPr>
          <p:cNvPr id="200" name="Text 22"/>
          <p:cNvSpPr/>
          <p:nvPr/>
        </p:nvSpPr>
        <p:spPr>
          <a:xfrm>
            <a:off x="7485480" y="6887880"/>
            <a:ext cx="1669680" cy="195480"/>
          </a:xfrm>
          <a:prstGeom prst="rect">
            <a:avLst/>
          </a:prstGeom>
          <a:noFill/>
          <a:ln w="0">
            <a:noFill/>
          </a:ln>
        </p:spPr>
        <p:style>
          <a:lnRef idx="0"/>
          <a:fillRef idx="0"/>
          <a:effectRef idx="0"/>
          <a:fontRef idx="minor"/>
        </p:style>
        <p:txBody>
          <a:bodyPr wrap="none" lIns="0" rIns="0" tIns="0" bIns="0" anchor="t">
            <a:noAutofit/>
          </a:bodyPr>
          <a:p>
            <a:pPr>
              <a:lnSpc>
                <a:spcPts val="1500"/>
              </a:lnSpc>
              <a:tabLst>
                <a:tab algn="l" pos="0"/>
              </a:tabLst>
            </a:pPr>
            <a:r>
              <a:rPr b="0" lang="en-US" sz="1200" spc="-1" strike="noStrike">
                <a:solidFill>
                  <a:srgbClr val="ffffff"/>
                </a:solidFill>
                <a:latin typeface="Nunito Semi Bold"/>
                <a:ea typeface="Nunito Semi Bold"/>
              </a:rPr>
              <a:t>Medium Characteristics</a:t>
            </a:r>
            <a:endParaRPr b="0" lang="en-US" sz="1200" spc="-1" strike="noStrike">
              <a:solidFill>
                <a:srgbClr val="ffffff"/>
              </a:solidFill>
              <a:latin typeface="Arial"/>
            </a:endParaRPr>
          </a:p>
        </p:txBody>
      </p:sp>
      <p:sp>
        <p:nvSpPr>
          <p:cNvPr id="201" name="Text 23"/>
          <p:cNvSpPr/>
          <p:nvPr/>
        </p:nvSpPr>
        <p:spPr>
          <a:xfrm>
            <a:off x="7485480" y="7169040"/>
            <a:ext cx="6440400" cy="348480"/>
          </a:xfrm>
          <a:prstGeom prst="rect">
            <a:avLst/>
          </a:prstGeom>
          <a:noFill/>
          <a:ln w="0">
            <a:noFill/>
          </a:ln>
        </p:spPr>
        <p:style>
          <a:lnRef idx="0"/>
          <a:fillRef idx="0"/>
          <a:effectRef idx="0"/>
          <a:fontRef idx="minor"/>
        </p:style>
        <p:txBody>
          <a:bodyPr lIns="0" rIns="0" tIns="0" bIns="0" anchor="t">
            <a:noAutofit/>
          </a:bodyPr>
          <a:p>
            <a:pPr>
              <a:lnSpc>
                <a:spcPts val="1349"/>
              </a:lnSpc>
              <a:tabLst>
                <a:tab algn="l" pos="0"/>
              </a:tabLst>
            </a:pPr>
            <a:r>
              <a:rPr b="0" lang="en-US" sz="1050" spc="-1" strike="noStrike">
                <a:solidFill>
                  <a:srgbClr val="ffffff"/>
                </a:solidFill>
                <a:latin typeface="PT Sans"/>
                <a:ea typeface="PT Sans"/>
              </a:rPr>
              <a:t>Physical Layer implementation varies dramatically by transmission medium—copper wire, fiber optic cable, or radio frequency. Each medium imposes different constraints on encoding and modulation choices.</a:t>
            </a:r>
            <a:endParaRPr b="0" lang="en-US" sz="105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2" name="Text 0"/>
          <p:cNvSpPr/>
          <p:nvPr/>
        </p:nvSpPr>
        <p:spPr>
          <a:xfrm>
            <a:off x="837720" y="577800"/>
            <a:ext cx="5033880" cy="461520"/>
          </a:xfrm>
          <a:prstGeom prst="rect">
            <a:avLst/>
          </a:prstGeom>
          <a:noFill/>
          <a:ln w="0">
            <a:noFill/>
          </a:ln>
        </p:spPr>
        <p:style>
          <a:lnRef idx="0"/>
          <a:fillRef idx="0"/>
          <a:effectRef idx="0"/>
          <a:fontRef idx="minor"/>
        </p:style>
        <p:txBody>
          <a:bodyPr wrap="none" lIns="0" rIns="0" tIns="0" bIns="0" anchor="t">
            <a:noAutofit/>
          </a:bodyPr>
          <a:p>
            <a:pPr>
              <a:lnSpc>
                <a:spcPts val="3600"/>
              </a:lnSpc>
              <a:tabLst>
                <a:tab algn="l" pos="0"/>
              </a:tabLst>
            </a:pPr>
            <a:r>
              <a:rPr b="0" lang="en-US" sz="2900" spc="-1" strike="noStrike">
                <a:solidFill>
                  <a:srgbClr val="ffffff"/>
                </a:solidFill>
                <a:latin typeface="Nunito Semi Bold"/>
                <a:ea typeface="Nunito Semi Bold"/>
              </a:rPr>
              <a:t>Visualizations in the Emulator</a:t>
            </a:r>
            <a:endParaRPr b="0" lang="en-US" sz="2900" spc="-1" strike="noStrike">
              <a:solidFill>
                <a:srgbClr val="ffffff"/>
              </a:solidFill>
              <a:latin typeface="Arial"/>
            </a:endParaRPr>
          </a:p>
        </p:txBody>
      </p:sp>
      <p:sp>
        <p:nvSpPr>
          <p:cNvPr id="203" name="Text 1"/>
          <p:cNvSpPr/>
          <p:nvPr/>
        </p:nvSpPr>
        <p:spPr>
          <a:xfrm>
            <a:off x="837720" y="1275480"/>
            <a:ext cx="12954240" cy="438840"/>
          </a:xfrm>
          <a:prstGeom prst="rect">
            <a:avLst/>
          </a:prstGeom>
          <a:noFill/>
          <a:ln w="0">
            <a:noFill/>
          </a:ln>
        </p:spPr>
        <p:style>
          <a:lnRef idx="0"/>
          <a:fillRef idx="0"/>
          <a:effectRef idx="0"/>
          <a:fontRef idx="minor"/>
        </p:style>
        <p:txBody>
          <a:bodyPr lIns="0" rIns="0" tIns="0" bIns="0" anchor="t">
            <a:noAutofit/>
          </a:bodyPr>
          <a:p>
            <a:pPr>
              <a:lnSpc>
                <a:spcPts val="1701"/>
              </a:lnSpc>
              <a:tabLst>
                <a:tab algn="l" pos="0"/>
              </a:tabLst>
            </a:pPr>
            <a:r>
              <a:rPr b="0" lang="en-US" sz="1200" spc="-1" strike="noStrike">
                <a:solidFill>
                  <a:srgbClr val="ffffff"/>
                </a:solidFill>
                <a:latin typeface="PT Sans"/>
                <a:ea typeface="PT Sans"/>
              </a:rPr>
              <a:t>The emulator provides four distinct visualization modes, each emphasizing different aspects of the encapsulation process. These views help students connect abstract OSI theory with concrete data transformations.</a:t>
            </a:r>
            <a:endParaRPr b="0" lang="en-US" sz="1200" spc="-1" strike="noStrike">
              <a:solidFill>
                <a:srgbClr val="ffffff"/>
              </a:solidFill>
              <a:latin typeface="Arial"/>
            </a:endParaRPr>
          </a:p>
        </p:txBody>
      </p:sp>
      <p:pic>
        <p:nvPicPr>
          <p:cNvPr id="204" name="Image 0" descr="preencoded.png"/>
          <p:cNvPicPr/>
          <p:nvPr/>
        </p:nvPicPr>
        <p:blipFill>
          <a:blip r:embed="rId1"/>
          <a:stretch/>
        </p:blipFill>
        <p:spPr>
          <a:xfrm>
            <a:off x="837720" y="1847520"/>
            <a:ext cx="2345400" cy="2932200"/>
          </a:xfrm>
          <a:prstGeom prst="rect">
            <a:avLst/>
          </a:prstGeom>
          <a:ln w="0">
            <a:noFill/>
          </a:ln>
        </p:spPr>
      </p:pic>
      <p:sp>
        <p:nvSpPr>
          <p:cNvPr id="205" name="Text 2"/>
          <p:cNvSpPr/>
          <p:nvPr/>
        </p:nvSpPr>
        <p:spPr>
          <a:xfrm>
            <a:off x="837720" y="4898160"/>
            <a:ext cx="1847520" cy="230400"/>
          </a:xfrm>
          <a:prstGeom prst="rect">
            <a:avLst/>
          </a:prstGeom>
          <a:noFill/>
          <a:ln w="0">
            <a:noFill/>
          </a:ln>
        </p:spPr>
        <p:style>
          <a:lnRef idx="0"/>
          <a:fillRef idx="0"/>
          <a:effectRef idx="0"/>
          <a:fontRef idx="minor"/>
        </p:style>
        <p:txBody>
          <a:bodyPr wrap="none" lIns="0" rIns="0" tIns="0" bIns="0" anchor="t">
            <a:noAutofit/>
          </a:bodyPr>
          <a:p>
            <a:pPr>
              <a:lnSpc>
                <a:spcPts val="1800"/>
              </a:lnSpc>
              <a:tabLst>
                <a:tab algn="l" pos="0"/>
              </a:tabLst>
            </a:pPr>
            <a:r>
              <a:rPr b="0" lang="en-US" sz="1450" spc="-1" strike="noStrike">
                <a:solidFill>
                  <a:srgbClr val="ffffff"/>
                </a:solidFill>
                <a:latin typeface="Nunito Semi Bold"/>
                <a:ea typeface="Nunito Semi Bold"/>
              </a:rPr>
              <a:t>Encapsulation View</a:t>
            </a:r>
            <a:endParaRPr b="0" lang="en-US" sz="1450" spc="-1" strike="noStrike">
              <a:solidFill>
                <a:srgbClr val="ffffff"/>
              </a:solidFill>
              <a:latin typeface="Arial"/>
            </a:endParaRPr>
          </a:p>
        </p:txBody>
      </p:sp>
      <p:sp>
        <p:nvSpPr>
          <p:cNvPr id="206" name="Text 3"/>
          <p:cNvSpPr/>
          <p:nvPr/>
        </p:nvSpPr>
        <p:spPr>
          <a:xfrm>
            <a:off x="837720" y="5199840"/>
            <a:ext cx="3127680" cy="1537920"/>
          </a:xfrm>
          <a:prstGeom prst="rect">
            <a:avLst/>
          </a:prstGeom>
          <a:noFill/>
          <a:ln w="0">
            <a:noFill/>
          </a:ln>
        </p:spPr>
        <p:style>
          <a:lnRef idx="0"/>
          <a:fillRef idx="0"/>
          <a:effectRef idx="0"/>
          <a:fontRef idx="minor"/>
        </p:style>
        <p:txBody>
          <a:bodyPr lIns="0" rIns="0" tIns="0" bIns="0" anchor="t">
            <a:noAutofit/>
          </a:bodyPr>
          <a:p>
            <a:pPr>
              <a:lnSpc>
                <a:spcPts val="1701"/>
              </a:lnSpc>
              <a:tabLst>
                <a:tab algn="l" pos="0"/>
              </a:tabLst>
            </a:pPr>
            <a:r>
              <a:rPr b="0" lang="en-US" sz="1200" spc="-1" strike="noStrike">
                <a:solidFill>
                  <a:srgbClr val="ffffff"/>
                </a:solidFill>
                <a:latin typeface="PT Sans"/>
                <a:ea typeface="PT Sans"/>
              </a:rPr>
              <a:t>Shows progressive wrapping of data as it passes through each layer. Header fields appear sequentially with color-coded highlighting. Students can expand each layer to inspect individual header values and understand how encapsulation builds nested structures.</a:t>
            </a:r>
            <a:endParaRPr b="0" lang="en-US" sz="1200" spc="-1" strike="noStrike">
              <a:solidFill>
                <a:srgbClr val="ffffff"/>
              </a:solidFill>
              <a:latin typeface="Arial"/>
            </a:endParaRPr>
          </a:p>
        </p:txBody>
      </p:sp>
      <p:pic>
        <p:nvPicPr>
          <p:cNvPr id="207" name="Image 1" descr="preencoded.png"/>
          <p:cNvPicPr/>
          <p:nvPr/>
        </p:nvPicPr>
        <p:blipFill>
          <a:blip r:embed="rId2"/>
          <a:stretch/>
        </p:blipFill>
        <p:spPr>
          <a:xfrm>
            <a:off x="4113360" y="1847520"/>
            <a:ext cx="2345400" cy="2932200"/>
          </a:xfrm>
          <a:prstGeom prst="rect">
            <a:avLst/>
          </a:prstGeom>
          <a:ln w="0">
            <a:noFill/>
          </a:ln>
        </p:spPr>
      </p:pic>
      <p:sp>
        <p:nvSpPr>
          <p:cNvPr id="208" name="Text 4"/>
          <p:cNvSpPr/>
          <p:nvPr/>
        </p:nvSpPr>
        <p:spPr>
          <a:xfrm>
            <a:off x="4113360" y="4898160"/>
            <a:ext cx="2408040" cy="230400"/>
          </a:xfrm>
          <a:prstGeom prst="rect">
            <a:avLst/>
          </a:prstGeom>
          <a:noFill/>
          <a:ln w="0">
            <a:noFill/>
          </a:ln>
        </p:spPr>
        <p:style>
          <a:lnRef idx="0"/>
          <a:fillRef idx="0"/>
          <a:effectRef idx="0"/>
          <a:fontRef idx="minor"/>
        </p:style>
        <p:txBody>
          <a:bodyPr wrap="none" lIns="0" rIns="0" tIns="0" bIns="0" anchor="t">
            <a:noAutofit/>
          </a:bodyPr>
          <a:p>
            <a:pPr>
              <a:lnSpc>
                <a:spcPts val="1800"/>
              </a:lnSpc>
              <a:tabLst>
                <a:tab algn="l" pos="0"/>
              </a:tabLst>
            </a:pPr>
            <a:r>
              <a:rPr b="0" lang="en-US" sz="1450" spc="-1" strike="noStrike">
                <a:solidFill>
                  <a:srgbClr val="ffffff"/>
                </a:solidFill>
                <a:latin typeface="Nunito Semi Bold"/>
                <a:ea typeface="Nunito Semi Bold"/>
              </a:rPr>
              <a:t>Segmentation/Framing View</a:t>
            </a:r>
            <a:endParaRPr b="0" lang="en-US" sz="1450" spc="-1" strike="noStrike">
              <a:solidFill>
                <a:srgbClr val="ffffff"/>
              </a:solidFill>
              <a:latin typeface="Arial"/>
            </a:endParaRPr>
          </a:p>
        </p:txBody>
      </p:sp>
      <p:sp>
        <p:nvSpPr>
          <p:cNvPr id="209" name="Text 5"/>
          <p:cNvSpPr/>
          <p:nvPr/>
        </p:nvSpPr>
        <p:spPr>
          <a:xfrm>
            <a:off x="4113360" y="5199840"/>
            <a:ext cx="3127680" cy="1317960"/>
          </a:xfrm>
          <a:prstGeom prst="rect">
            <a:avLst/>
          </a:prstGeom>
          <a:noFill/>
          <a:ln w="0">
            <a:noFill/>
          </a:ln>
        </p:spPr>
        <p:style>
          <a:lnRef idx="0"/>
          <a:fillRef idx="0"/>
          <a:effectRef idx="0"/>
          <a:fontRef idx="minor"/>
        </p:style>
        <p:txBody>
          <a:bodyPr lIns="0" rIns="0" tIns="0" bIns="0" anchor="t">
            <a:noAutofit/>
          </a:bodyPr>
          <a:p>
            <a:pPr>
              <a:lnSpc>
                <a:spcPts val="1701"/>
              </a:lnSpc>
              <a:tabLst>
                <a:tab algn="l" pos="0"/>
              </a:tabLst>
            </a:pPr>
            <a:r>
              <a:rPr b="0" lang="en-US" sz="1200" spc="-1" strike="noStrike">
                <a:solidFill>
                  <a:srgbClr val="ffffff"/>
                </a:solidFill>
                <a:latin typeface="PT Sans"/>
                <a:ea typeface="PT Sans"/>
              </a:rPr>
              <a:t>Visualizes how data divides into segments at the Transport Layer, packets at the Network Layer, and frames at the Data Link Layer. Boundary markers show exact byte positions, and size calculations demonstrate overhead introduced by each encapsulation step.</a:t>
            </a:r>
            <a:endParaRPr b="0" lang="en-US" sz="1200" spc="-1" strike="noStrike">
              <a:solidFill>
                <a:srgbClr val="ffffff"/>
              </a:solidFill>
              <a:latin typeface="Arial"/>
            </a:endParaRPr>
          </a:p>
        </p:txBody>
      </p:sp>
      <p:pic>
        <p:nvPicPr>
          <p:cNvPr id="210" name="Image 2" descr="preencoded.png"/>
          <p:cNvPicPr/>
          <p:nvPr/>
        </p:nvPicPr>
        <p:blipFill>
          <a:blip r:embed="rId3"/>
          <a:stretch/>
        </p:blipFill>
        <p:spPr>
          <a:xfrm>
            <a:off x="7388640" y="1847520"/>
            <a:ext cx="2345400" cy="2932200"/>
          </a:xfrm>
          <a:prstGeom prst="rect">
            <a:avLst/>
          </a:prstGeom>
          <a:ln w="0">
            <a:noFill/>
          </a:ln>
        </p:spPr>
      </p:pic>
      <p:sp>
        <p:nvSpPr>
          <p:cNvPr id="211" name="Text 6"/>
          <p:cNvSpPr/>
          <p:nvPr/>
        </p:nvSpPr>
        <p:spPr>
          <a:xfrm>
            <a:off x="7388640" y="4898160"/>
            <a:ext cx="1847520" cy="230400"/>
          </a:xfrm>
          <a:prstGeom prst="rect">
            <a:avLst/>
          </a:prstGeom>
          <a:noFill/>
          <a:ln w="0">
            <a:noFill/>
          </a:ln>
        </p:spPr>
        <p:style>
          <a:lnRef idx="0"/>
          <a:fillRef idx="0"/>
          <a:effectRef idx="0"/>
          <a:fontRef idx="minor"/>
        </p:style>
        <p:txBody>
          <a:bodyPr wrap="none" lIns="0" rIns="0" tIns="0" bIns="0" anchor="t">
            <a:noAutofit/>
          </a:bodyPr>
          <a:p>
            <a:pPr>
              <a:lnSpc>
                <a:spcPts val="1800"/>
              </a:lnSpc>
              <a:tabLst>
                <a:tab algn="l" pos="0"/>
              </a:tabLst>
            </a:pPr>
            <a:r>
              <a:rPr b="0" lang="en-US" sz="1450" spc="-1" strike="noStrike">
                <a:solidFill>
                  <a:srgbClr val="ffffff"/>
                </a:solidFill>
                <a:latin typeface="Nunito Semi Bold"/>
                <a:ea typeface="Nunito Semi Bold"/>
              </a:rPr>
              <a:t>Packet Flow View</a:t>
            </a:r>
            <a:endParaRPr b="0" lang="en-US" sz="1450" spc="-1" strike="noStrike">
              <a:solidFill>
                <a:srgbClr val="ffffff"/>
              </a:solidFill>
              <a:latin typeface="Arial"/>
            </a:endParaRPr>
          </a:p>
        </p:txBody>
      </p:sp>
      <p:sp>
        <p:nvSpPr>
          <p:cNvPr id="212" name="Text 7"/>
          <p:cNvSpPr/>
          <p:nvPr/>
        </p:nvSpPr>
        <p:spPr>
          <a:xfrm>
            <a:off x="7388640" y="5199840"/>
            <a:ext cx="3127680" cy="1537920"/>
          </a:xfrm>
          <a:prstGeom prst="rect">
            <a:avLst/>
          </a:prstGeom>
          <a:noFill/>
          <a:ln w="0">
            <a:noFill/>
          </a:ln>
        </p:spPr>
        <p:style>
          <a:lnRef idx="0"/>
          <a:fillRef idx="0"/>
          <a:effectRef idx="0"/>
          <a:fontRef idx="minor"/>
        </p:style>
        <p:txBody>
          <a:bodyPr lIns="0" rIns="0" tIns="0" bIns="0" anchor="t">
            <a:noAutofit/>
          </a:bodyPr>
          <a:p>
            <a:pPr>
              <a:lnSpc>
                <a:spcPts val="1701"/>
              </a:lnSpc>
              <a:tabLst>
                <a:tab algn="l" pos="0"/>
              </a:tabLst>
            </a:pPr>
            <a:r>
              <a:rPr b="0" lang="en-US" sz="1200" spc="-1" strike="noStrike">
                <a:solidFill>
                  <a:srgbClr val="ffffff"/>
                </a:solidFill>
                <a:latin typeface="PT Sans"/>
                <a:ea typeface="PT Sans"/>
              </a:rPr>
              <a:t>Traces complete lifecycle of data from application input through physical transmission and (future) receiver-side decapsulation. Timeline animations show sequence numbers, acknowledgment patterns, and retransmission events for TCP connections.</a:t>
            </a:r>
            <a:endParaRPr b="0" lang="en-US" sz="1200" spc="-1" strike="noStrike">
              <a:solidFill>
                <a:srgbClr val="ffffff"/>
              </a:solidFill>
              <a:latin typeface="Arial"/>
            </a:endParaRPr>
          </a:p>
        </p:txBody>
      </p:sp>
      <p:pic>
        <p:nvPicPr>
          <p:cNvPr id="213" name="Image 3" descr="preencoded.png"/>
          <p:cNvPicPr/>
          <p:nvPr/>
        </p:nvPicPr>
        <p:blipFill>
          <a:blip r:embed="rId4"/>
          <a:stretch/>
        </p:blipFill>
        <p:spPr>
          <a:xfrm>
            <a:off x="10664280" y="1847520"/>
            <a:ext cx="2345400" cy="2932200"/>
          </a:xfrm>
          <a:prstGeom prst="rect">
            <a:avLst/>
          </a:prstGeom>
          <a:ln w="0">
            <a:noFill/>
          </a:ln>
        </p:spPr>
      </p:pic>
      <p:sp>
        <p:nvSpPr>
          <p:cNvPr id="214" name="Text 8"/>
          <p:cNvSpPr/>
          <p:nvPr/>
        </p:nvSpPr>
        <p:spPr>
          <a:xfrm>
            <a:off x="10664280" y="4898160"/>
            <a:ext cx="1847520" cy="230400"/>
          </a:xfrm>
          <a:prstGeom prst="rect">
            <a:avLst/>
          </a:prstGeom>
          <a:noFill/>
          <a:ln w="0">
            <a:noFill/>
          </a:ln>
        </p:spPr>
        <p:style>
          <a:lnRef idx="0"/>
          <a:fillRef idx="0"/>
          <a:effectRef idx="0"/>
          <a:fontRef idx="minor"/>
        </p:style>
        <p:txBody>
          <a:bodyPr wrap="none" lIns="0" rIns="0" tIns="0" bIns="0" anchor="t">
            <a:noAutofit/>
          </a:bodyPr>
          <a:p>
            <a:pPr>
              <a:lnSpc>
                <a:spcPts val="1800"/>
              </a:lnSpc>
              <a:tabLst>
                <a:tab algn="l" pos="0"/>
              </a:tabLst>
            </a:pPr>
            <a:r>
              <a:rPr b="0" lang="en-US" sz="1450" spc="-1" strike="noStrike">
                <a:solidFill>
                  <a:srgbClr val="ffffff"/>
                </a:solidFill>
                <a:latin typeface="Nunito Semi Bold"/>
                <a:ea typeface="Nunito Semi Bold"/>
              </a:rPr>
              <a:t>Signal Graph</a:t>
            </a:r>
            <a:endParaRPr b="0" lang="en-US" sz="1450" spc="-1" strike="noStrike">
              <a:solidFill>
                <a:srgbClr val="ffffff"/>
              </a:solidFill>
              <a:latin typeface="Arial"/>
            </a:endParaRPr>
          </a:p>
        </p:txBody>
      </p:sp>
      <p:sp>
        <p:nvSpPr>
          <p:cNvPr id="215" name="Text 9"/>
          <p:cNvSpPr/>
          <p:nvPr/>
        </p:nvSpPr>
        <p:spPr>
          <a:xfrm>
            <a:off x="10664280" y="5199840"/>
            <a:ext cx="3127680" cy="1317960"/>
          </a:xfrm>
          <a:prstGeom prst="rect">
            <a:avLst/>
          </a:prstGeom>
          <a:noFill/>
          <a:ln w="0">
            <a:noFill/>
          </a:ln>
        </p:spPr>
        <p:style>
          <a:lnRef idx="0"/>
          <a:fillRef idx="0"/>
          <a:effectRef idx="0"/>
          <a:fontRef idx="minor"/>
        </p:style>
        <p:txBody>
          <a:bodyPr lIns="0" rIns="0" tIns="0" bIns="0" anchor="t">
            <a:noAutofit/>
          </a:bodyPr>
          <a:p>
            <a:pPr>
              <a:lnSpc>
                <a:spcPts val="1701"/>
              </a:lnSpc>
              <a:tabLst>
                <a:tab algn="l" pos="0"/>
              </a:tabLst>
            </a:pPr>
            <a:r>
              <a:rPr b="0" lang="en-US" sz="1200" spc="-1" strike="noStrike">
                <a:solidFill>
                  <a:srgbClr val="ffffff"/>
                </a:solidFill>
                <a:latin typeface="PT Sans"/>
                <a:ea typeface="PT Sans"/>
              </a:rPr>
              <a:t>Real-time oscilloscope-style visualization of Physical Layer encoding. Users can toggle between NRZ, Manchester, and Differential Manchester to observe waveform differences. Amplitude, frequency, and phase modulation displays show how bits map to analog signals.</a:t>
            </a:r>
            <a:endParaRPr b="0" lang="en-US" sz="1200" spc="-1" strike="noStrike">
              <a:solidFill>
                <a:srgbClr val="ffffff"/>
              </a:solidFill>
              <a:latin typeface="Arial"/>
            </a:endParaRPr>
          </a:p>
        </p:txBody>
      </p:sp>
      <p:sp>
        <p:nvSpPr>
          <p:cNvPr id="216" name="Shape 10"/>
          <p:cNvSpPr/>
          <p:nvPr/>
        </p:nvSpPr>
        <p:spPr>
          <a:xfrm>
            <a:off x="837720" y="6870600"/>
            <a:ext cx="12954240" cy="780120"/>
          </a:xfrm>
          <a:prstGeom prst="roundRect">
            <a:avLst>
              <a:gd name="adj" fmla="val 30174"/>
            </a:avLst>
          </a:prstGeom>
          <a:solidFill>
            <a:srgbClr val="483304"/>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pic>
        <p:nvPicPr>
          <p:cNvPr id="217" name="Image 4" descr="preencoded.png"/>
          <p:cNvPicPr/>
          <p:nvPr/>
        </p:nvPicPr>
        <p:blipFill>
          <a:blip r:embed="rId5"/>
          <a:stretch/>
        </p:blipFill>
        <p:spPr>
          <a:xfrm>
            <a:off x="994680" y="7089480"/>
            <a:ext cx="195480" cy="156240"/>
          </a:xfrm>
          <a:prstGeom prst="rect">
            <a:avLst/>
          </a:prstGeom>
          <a:ln w="0">
            <a:noFill/>
          </a:ln>
        </p:spPr>
      </p:pic>
      <p:sp>
        <p:nvSpPr>
          <p:cNvPr id="218" name="Text 11"/>
          <p:cNvSpPr/>
          <p:nvPr/>
        </p:nvSpPr>
        <p:spPr>
          <a:xfrm>
            <a:off x="1348200" y="7027560"/>
            <a:ext cx="12286800" cy="438840"/>
          </a:xfrm>
          <a:prstGeom prst="rect">
            <a:avLst/>
          </a:prstGeom>
          <a:noFill/>
          <a:ln w="0">
            <a:noFill/>
          </a:ln>
        </p:spPr>
        <p:style>
          <a:lnRef idx="0"/>
          <a:fillRef idx="0"/>
          <a:effectRef idx="0"/>
          <a:fontRef idx="minor"/>
        </p:style>
        <p:txBody>
          <a:bodyPr lIns="0" rIns="0" tIns="0" bIns="0" anchor="t">
            <a:noAutofit/>
          </a:bodyPr>
          <a:p>
            <a:pPr>
              <a:lnSpc>
                <a:spcPts val="1701"/>
              </a:lnSpc>
              <a:tabLst>
                <a:tab algn="l" pos="0"/>
              </a:tabLst>
            </a:pPr>
            <a:r>
              <a:rPr b="1" lang="en-US" sz="1200" spc="-1" strike="noStrike">
                <a:solidFill>
                  <a:srgbClr val="ffffff"/>
                </a:solidFill>
                <a:latin typeface="PT Sans"/>
                <a:ea typeface="PT Sans"/>
              </a:rPr>
              <a:t>Educational Value:</a:t>
            </a:r>
            <a:r>
              <a:rPr b="0" lang="en-US" sz="1200" spc="-1" strike="noStrike">
                <a:solidFill>
                  <a:srgbClr val="ffffff"/>
                </a:solidFill>
                <a:latin typeface="PT Sans"/>
                <a:ea typeface="PT Sans"/>
              </a:rPr>
              <a:t> Multiple visualization perspectives reinforce conceptual understanding by showing the same data transformation from different angles—structural, temporal, and physical.</a:t>
            </a:r>
            <a:endParaRPr b="0" lang="en-US" sz="12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9" name="Text 0"/>
          <p:cNvSpPr/>
          <p:nvPr/>
        </p:nvSpPr>
        <p:spPr>
          <a:xfrm>
            <a:off x="837720" y="790920"/>
            <a:ext cx="7130880" cy="553680"/>
          </a:xfrm>
          <a:prstGeom prst="rect">
            <a:avLst/>
          </a:prstGeom>
          <a:noFill/>
          <a:ln w="0">
            <a:noFill/>
          </a:ln>
        </p:spPr>
        <p:style>
          <a:lnRef idx="0"/>
          <a:fillRef idx="0"/>
          <a:effectRef idx="0"/>
          <a:fontRef idx="minor"/>
        </p:style>
        <p:txBody>
          <a:bodyPr wrap="none" lIns="0" rIns="0" tIns="0" bIns="0" anchor="t">
            <a:noAutofit/>
          </a:bodyPr>
          <a:p>
            <a:pPr>
              <a:lnSpc>
                <a:spcPts val="4351"/>
              </a:lnSpc>
              <a:tabLst>
                <a:tab algn="l" pos="0"/>
              </a:tabLst>
            </a:pPr>
            <a:r>
              <a:rPr b="0" lang="en-US" sz="3450" spc="-1" strike="noStrike">
                <a:solidFill>
                  <a:srgbClr val="ffffff"/>
                </a:solidFill>
                <a:latin typeface="Nunito Semi Bold"/>
                <a:ea typeface="Nunito Semi Bold"/>
              </a:rPr>
              <a:t>Conclusion and Learning Outcomes</a:t>
            </a:r>
            <a:endParaRPr b="0" lang="en-US" sz="3450" spc="-1" strike="noStrike">
              <a:solidFill>
                <a:srgbClr val="ffffff"/>
              </a:solidFill>
              <a:latin typeface="Arial"/>
            </a:endParaRPr>
          </a:p>
        </p:txBody>
      </p:sp>
      <p:sp>
        <p:nvSpPr>
          <p:cNvPr id="220" name="Shape 1"/>
          <p:cNvSpPr/>
          <p:nvPr/>
        </p:nvSpPr>
        <p:spPr>
          <a:xfrm>
            <a:off x="837720" y="1684440"/>
            <a:ext cx="12954240" cy="2519640"/>
          </a:xfrm>
          <a:prstGeom prst="roundRect">
            <a:avLst>
              <a:gd name="adj" fmla="val 11220"/>
            </a:avLst>
          </a:prstGeom>
          <a:solidFill>
            <a:srgbClr val="00002e"/>
          </a:solidFill>
          <a:ln w="22860">
            <a:solidFill>
              <a:srgbClr val="f2b42d"/>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21" name="Shape 2"/>
          <p:cNvSpPr/>
          <p:nvPr/>
        </p:nvSpPr>
        <p:spPr>
          <a:xfrm>
            <a:off x="860760" y="1707480"/>
            <a:ext cx="4302360" cy="2473920"/>
          </a:xfrm>
          <a:prstGeom prst="roundRect">
            <a:avLst>
              <a:gd name="adj" fmla="val 11427"/>
            </a:avLst>
          </a:prstGeom>
          <a:solidFill>
            <a:srgbClr val="00002e"/>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22" name="Text 3"/>
          <p:cNvSpPr/>
          <p:nvPr/>
        </p:nvSpPr>
        <p:spPr>
          <a:xfrm>
            <a:off x="1049040" y="1896120"/>
            <a:ext cx="3044160" cy="276480"/>
          </a:xfrm>
          <a:prstGeom prst="rect">
            <a:avLst/>
          </a:prstGeom>
          <a:noFill/>
          <a:ln w="0">
            <a:noFill/>
          </a:ln>
        </p:spPr>
        <p:style>
          <a:lnRef idx="0"/>
          <a:fillRef idx="0"/>
          <a:effectRef idx="0"/>
          <a:fontRef idx="minor"/>
        </p:style>
        <p:txBody>
          <a:bodyPr wrap="none" lIns="0" rIns="0" tIns="0" bIns="0" anchor="t">
            <a:noAutofit/>
          </a:bodyPr>
          <a:p>
            <a:pPr>
              <a:lnSpc>
                <a:spcPts val="2149"/>
              </a:lnSpc>
              <a:tabLst>
                <a:tab algn="l" pos="0"/>
              </a:tabLst>
            </a:pPr>
            <a:r>
              <a:rPr b="0" lang="en-US" sz="1700" spc="-1" strike="noStrike">
                <a:solidFill>
                  <a:srgbClr val="ffffff"/>
                </a:solidFill>
                <a:latin typeface="Nunito Semi Bold"/>
                <a:ea typeface="Nunito Semi Bold"/>
              </a:rPr>
              <a:t>Connecting Theory to Practice</a:t>
            </a:r>
            <a:endParaRPr b="0" lang="en-US" sz="1700" spc="-1" strike="noStrike">
              <a:solidFill>
                <a:srgbClr val="ffffff"/>
              </a:solidFill>
              <a:latin typeface="Arial"/>
            </a:endParaRPr>
          </a:p>
        </p:txBody>
      </p:sp>
      <p:sp>
        <p:nvSpPr>
          <p:cNvPr id="223" name="Text 4"/>
          <p:cNvSpPr/>
          <p:nvPr/>
        </p:nvSpPr>
        <p:spPr>
          <a:xfrm>
            <a:off x="1049040" y="2274840"/>
            <a:ext cx="3925440" cy="1717920"/>
          </a:xfrm>
          <a:prstGeom prst="rect">
            <a:avLst/>
          </a:prstGeom>
          <a:noFill/>
          <a:ln w="0">
            <a:noFill/>
          </a:ln>
        </p:spPr>
        <p:style>
          <a:lnRef idx="0"/>
          <a:fillRef idx="0"/>
          <a:effectRef idx="0"/>
          <a:fontRef idx="minor"/>
        </p:style>
        <p:txBody>
          <a:bodyPr lIns="0" rIns="0" tIns="0" bIns="0" anchor="t">
            <a:noAutofit/>
          </a:bodyPr>
          <a:p>
            <a:pPr>
              <a:lnSpc>
                <a:spcPts val="2251"/>
              </a:lnSpc>
              <a:tabLst>
                <a:tab algn="l" pos="0"/>
              </a:tabLst>
            </a:pPr>
            <a:r>
              <a:rPr b="0" lang="en-US" sz="1450" spc="-1" strike="noStrike">
                <a:solidFill>
                  <a:srgbClr val="ffffff"/>
                </a:solidFill>
                <a:latin typeface="PT Sans"/>
                <a:ea typeface="PT Sans"/>
              </a:rPr>
              <a:t>The OSI Layer Emulator bridges abstract networking concepts with observable behavior. Students manipulate real parameters and immediately see encapsulation effects, transforming textbook diagrams into interactive learning experiences.</a:t>
            </a:r>
            <a:endParaRPr b="0" lang="en-US" sz="1450" spc="-1" strike="noStrike">
              <a:solidFill>
                <a:srgbClr val="ffffff"/>
              </a:solidFill>
              <a:latin typeface="Arial"/>
            </a:endParaRPr>
          </a:p>
        </p:txBody>
      </p:sp>
      <p:sp>
        <p:nvSpPr>
          <p:cNvPr id="224" name="Shape 5"/>
          <p:cNvSpPr/>
          <p:nvPr/>
        </p:nvSpPr>
        <p:spPr>
          <a:xfrm>
            <a:off x="5163480" y="1707480"/>
            <a:ext cx="4302360" cy="2473920"/>
          </a:xfrm>
          <a:prstGeom prst="rect">
            <a:avLst/>
          </a:prstGeom>
          <a:solidFill>
            <a:srgbClr val="00002e"/>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25" name="Shape 6"/>
          <p:cNvSpPr/>
          <p:nvPr/>
        </p:nvSpPr>
        <p:spPr>
          <a:xfrm>
            <a:off x="5163480" y="1707480"/>
            <a:ext cx="22320" cy="2473920"/>
          </a:xfrm>
          <a:prstGeom prst="roundRect">
            <a:avLst>
              <a:gd name="adj" fmla="val 1236960"/>
            </a:avLst>
          </a:prstGeom>
          <a:solidFill>
            <a:srgbClr val="f05b77"/>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26" name="Text 7"/>
          <p:cNvSpPr/>
          <p:nvPr/>
        </p:nvSpPr>
        <p:spPr>
          <a:xfrm>
            <a:off x="5352120" y="1896120"/>
            <a:ext cx="2870640" cy="276480"/>
          </a:xfrm>
          <a:prstGeom prst="rect">
            <a:avLst/>
          </a:prstGeom>
          <a:noFill/>
          <a:ln w="0">
            <a:noFill/>
          </a:ln>
        </p:spPr>
        <p:style>
          <a:lnRef idx="0"/>
          <a:fillRef idx="0"/>
          <a:effectRef idx="0"/>
          <a:fontRef idx="minor"/>
        </p:style>
        <p:txBody>
          <a:bodyPr wrap="none" lIns="0" rIns="0" tIns="0" bIns="0" anchor="t">
            <a:noAutofit/>
          </a:bodyPr>
          <a:p>
            <a:pPr>
              <a:lnSpc>
                <a:spcPts val="2149"/>
              </a:lnSpc>
              <a:tabLst>
                <a:tab algn="l" pos="0"/>
              </a:tabLst>
            </a:pPr>
            <a:r>
              <a:rPr b="0" lang="en-US" sz="1700" spc="-1" strike="noStrike">
                <a:solidFill>
                  <a:srgbClr val="ffffff"/>
                </a:solidFill>
                <a:latin typeface="Nunito Semi Bold"/>
                <a:ea typeface="Nunito Semi Bold"/>
              </a:rPr>
              <a:t>Key Concepts Demonstrated</a:t>
            </a:r>
            <a:endParaRPr b="0" lang="en-US" sz="1700" spc="-1" strike="noStrike">
              <a:solidFill>
                <a:srgbClr val="ffffff"/>
              </a:solidFill>
              <a:latin typeface="Arial"/>
            </a:endParaRPr>
          </a:p>
        </p:txBody>
      </p:sp>
      <p:sp>
        <p:nvSpPr>
          <p:cNvPr id="227" name="Text 8"/>
          <p:cNvSpPr/>
          <p:nvPr/>
        </p:nvSpPr>
        <p:spPr>
          <a:xfrm>
            <a:off x="5352120" y="2274840"/>
            <a:ext cx="3925440" cy="1431720"/>
          </a:xfrm>
          <a:prstGeom prst="rect">
            <a:avLst/>
          </a:prstGeom>
          <a:noFill/>
          <a:ln w="0">
            <a:noFill/>
          </a:ln>
        </p:spPr>
        <p:style>
          <a:lnRef idx="0"/>
          <a:fillRef idx="0"/>
          <a:effectRef idx="0"/>
          <a:fontRef idx="minor"/>
        </p:style>
        <p:txBody>
          <a:bodyPr lIns="0" rIns="0" tIns="0" bIns="0" anchor="t">
            <a:noAutofit/>
          </a:bodyPr>
          <a:p>
            <a:pPr>
              <a:lnSpc>
                <a:spcPts val="2251"/>
              </a:lnSpc>
              <a:tabLst>
                <a:tab algn="l" pos="0"/>
              </a:tabLst>
            </a:pPr>
            <a:r>
              <a:rPr b="0" lang="en-US" sz="1450" spc="-1" strike="noStrike">
                <a:solidFill>
                  <a:srgbClr val="ffffff"/>
                </a:solidFill>
                <a:latin typeface="PT Sans"/>
                <a:ea typeface="PT Sans"/>
              </a:rPr>
              <a:t>Complete encapsulation process, header field semantics, protocol differences (TCP vs UDP), IP addressing and routing, MAC addressing and local delivery, error detection mechanisms, and physical signal encoding.</a:t>
            </a:r>
            <a:endParaRPr b="0" lang="en-US" sz="1450" spc="-1" strike="noStrike">
              <a:solidFill>
                <a:srgbClr val="ffffff"/>
              </a:solidFill>
              <a:latin typeface="Arial"/>
            </a:endParaRPr>
          </a:p>
        </p:txBody>
      </p:sp>
      <p:sp>
        <p:nvSpPr>
          <p:cNvPr id="228" name="Shape 9"/>
          <p:cNvSpPr/>
          <p:nvPr/>
        </p:nvSpPr>
        <p:spPr>
          <a:xfrm>
            <a:off x="9466560" y="1707480"/>
            <a:ext cx="4302360" cy="2473920"/>
          </a:xfrm>
          <a:prstGeom prst="rect">
            <a:avLst/>
          </a:prstGeom>
          <a:solidFill>
            <a:srgbClr val="00002e"/>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29" name="Shape 10"/>
          <p:cNvSpPr/>
          <p:nvPr/>
        </p:nvSpPr>
        <p:spPr>
          <a:xfrm>
            <a:off x="9466560" y="1707480"/>
            <a:ext cx="22320" cy="2473920"/>
          </a:xfrm>
          <a:prstGeom prst="roundRect">
            <a:avLst>
              <a:gd name="adj" fmla="val 1236960"/>
            </a:avLst>
          </a:prstGeom>
          <a:solidFill>
            <a:srgbClr val="c35e44"/>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30" name="Text 11"/>
          <p:cNvSpPr/>
          <p:nvPr/>
        </p:nvSpPr>
        <p:spPr>
          <a:xfrm>
            <a:off x="9655200" y="1896120"/>
            <a:ext cx="2966400" cy="276480"/>
          </a:xfrm>
          <a:prstGeom prst="rect">
            <a:avLst/>
          </a:prstGeom>
          <a:noFill/>
          <a:ln w="0">
            <a:noFill/>
          </a:ln>
        </p:spPr>
        <p:style>
          <a:lnRef idx="0"/>
          <a:fillRef idx="0"/>
          <a:effectRef idx="0"/>
          <a:fontRef idx="minor"/>
        </p:style>
        <p:txBody>
          <a:bodyPr wrap="none" lIns="0" rIns="0" tIns="0" bIns="0" anchor="t">
            <a:noAutofit/>
          </a:bodyPr>
          <a:p>
            <a:pPr>
              <a:lnSpc>
                <a:spcPts val="2149"/>
              </a:lnSpc>
              <a:tabLst>
                <a:tab algn="l" pos="0"/>
              </a:tabLst>
            </a:pPr>
            <a:r>
              <a:rPr b="0" lang="en-US" sz="1700" spc="-1" strike="noStrike">
                <a:solidFill>
                  <a:srgbClr val="ffffff"/>
                </a:solidFill>
                <a:latin typeface="Nunito Semi Bold"/>
                <a:ea typeface="Nunito Semi Bold"/>
              </a:rPr>
              <a:t>Visualization-Based Learning</a:t>
            </a:r>
            <a:endParaRPr b="0" lang="en-US" sz="1700" spc="-1" strike="noStrike">
              <a:solidFill>
                <a:srgbClr val="ffffff"/>
              </a:solidFill>
              <a:latin typeface="Arial"/>
            </a:endParaRPr>
          </a:p>
        </p:txBody>
      </p:sp>
      <p:sp>
        <p:nvSpPr>
          <p:cNvPr id="231" name="Text 12"/>
          <p:cNvSpPr/>
          <p:nvPr/>
        </p:nvSpPr>
        <p:spPr>
          <a:xfrm>
            <a:off x="9655200" y="2274840"/>
            <a:ext cx="3925440" cy="1431720"/>
          </a:xfrm>
          <a:prstGeom prst="rect">
            <a:avLst/>
          </a:prstGeom>
          <a:noFill/>
          <a:ln w="0">
            <a:noFill/>
          </a:ln>
        </p:spPr>
        <p:style>
          <a:lnRef idx="0"/>
          <a:fillRef idx="0"/>
          <a:effectRef idx="0"/>
          <a:fontRef idx="minor"/>
        </p:style>
        <p:txBody>
          <a:bodyPr lIns="0" rIns="0" tIns="0" bIns="0" anchor="t">
            <a:noAutofit/>
          </a:bodyPr>
          <a:p>
            <a:pPr>
              <a:lnSpc>
                <a:spcPts val="2251"/>
              </a:lnSpc>
              <a:tabLst>
                <a:tab algn="l" pos="0"/>
              </a:tabLst>
            </a:pPr>
            <a:r>
              <a:rPr b="0" lang="en-US" sz="1450" spc="-1" strike="noStrike">
                <a:solidFill>
                  <a:srgbClr val="ffffff"/>
                </a:solidFill>
                <a:latin typeface="PT Sans"/>
                <a:ea typeface="PT Sans"/>
              </a:rPr>
              <a:t>Progressive layer-by-layer visualization reduces cognitive load. Multiple representation modes (structural, temporal, waveform) accommodate different learning styles and reinforce conceptual connections.</a:t>
            </a:r>
            <a:endParaRPr b="0" lang="en-US" sz="1450" spc="-1" strike="noStrike">
              <a:solidFill>
                <a:srgbClr val="ffffff"/>
              </a:solidFill>
              <a:latin typeface="Arial"/>
            </a:endParaRPr>
          </a:p>
        </p:txBody>
      </p:sp>
      <p:sp>
        <p:nvSpPr>
          <p:cNvPr id="232" name="Text 13"/>
          <p:cNvSpPr/>
          <p:nvPr/>
        </p:nvSpPr>
        <p:spPr>
          <a:xfrm>
            <a:off x="837720" y="4459320"/>
            <a:ext cx="2660400" cy="331920"/>
          </a:xfrm>
          <a:prstGeom prst="rect">
            <a:avLst/>
          </a:prstGeom>
          <a:noFill/>
          <a:ln w="0">
            <a:noFill/>
          </a:ln>
        </p:spPr>
        <p:style>
          <a:lnRef idx="0"/>
          <a:fillRef idx="0"/>
          <a:effectRef idx="0"/>
          <a:fontRef idx="minor"/>
        </p:style>
        <p:txBody>
          <a:bodyPr wrap="none" lIns="0" rIns="0" tIns="0" bIns="0" anchor="t">
            <a:noAutofit/>
          </a:bodyPr>
          <a:p>
            <a:pPr>
              <a:lnSpc>
                <a:spcPts val="2599"/>
              </a:lnSpc>
              <a:tabLst>
                <a:tab algn="l" pos="0"/>
              </a:tabLst>
            </a:pPr>
            <a:r>
              <a:rPr b="0" lang="en-US" sz="2050" spc="-1" strike="noStrike">
                <a:solidFill>
                  <a:srgbClr val="ffffff"/>
                </a:solidFill>
                <a:latin typeface="Nunito Semi Bold"/>
                <a:ea typeface="Nunito Semi Bold"/>
              </a:rPr>
              <a:t>Future Improvements</a:t>
            </a:r>
            <a:endParaRPr b="0" lang="en-US" sz="2050" spc="-1" strike="noStrike">
              <a:solidFill>
                <a:srgbClr val="ffffff"/>
              </a:solidFill>
              <a:latin typeface="Arial"/>
            </a:endParaRPr>
          </a:p>
        </p:txBody>
      </p:sp>
      <p:sp>
        <p:nvSpPr>
          <p:cNvPr id="233" name="Text 14"/>
          <p:cNvSpPr/>
          <p:nvPr/>
        </p:nvSpPr>
        <p:spPr>
          <a:xfrm>
            <a:off x="837720" y="5216040"/>
            <a:ext cx="2889720" cy="276480"/>
          </a:xfrm>
          <a:prstGeom prst="rect">
            <a:avLst/>
          </a:prstGeom>
          <a:noFill/>
          <a:ln w="0">
            <a:noFill/>
          </a:ln>
        </p:spPr>
        <p:style>
          <a:lnRef idx="0"/>
          <a:fillRef idx="0"/>
          <a:effectRef idx="0"/>
          <a:fontRef idx="minor"/>
        </p:style>
        <p:txBody>
          <a:bodyPr wrap="none" lIns="0" rIns="0" tIns="0" bIns="0" anchor="t">
            <a:noAutofit/>
          </a:bodyPr>
          <a:p>
            <a:pPr>
              <a:lnSpc>
                <a:spcPts val="2149"/>
              </a:lnSpc>
              <a:tabLst>
                <a:tab algn="l" pos="0"/>
              </a:tabLst>
            </a:pPr>
            <a:r>
              <a:rPr b="0" lang="en-US" sz="1700" spc="-1" strike="noStrike">
                <a:solidFill>
                  <a:srgbClr val="ffffff"/>
                </a:solidFill>
                <a:latin typeface="Nunito Semi Bold"/>
                <a:ea typeface="Nunito Semi Bold"/>
              </a:rPr>
              <a:t>Receiver-Side Decapsulation</a:t>
            </a:r>
            <a:endParaRPr b="0" lang="en-US" sz="1700" spc="-1" strike="noStrike">
              <a:solidFill>
                <a:srgbClr val="ffffff"/>
              </a:solidFill>
              <a:latin typeface="Arial"/>
            </a:endParaRPr>
          </a:p>
        </p:txBody>
      </p:sp>
      <p:sp>
        <p:nvSpPr>
          <p:cNvPr id="234" name="Text 15"/>
          <p:cNvSpPr/>
          <p:nvPr/>
        </p:nvSpPr>
        <p:spPr>
          <a:xfrm>
            <a:off x="837720" y="5662440"/>
            <a:ext cx="6246720" cy="858600"/>
          </a:xfrm>
          <a:prstGeom prst="rect">
            <a:avLst/>
          </a:prstGeom>
          <a:noFill/>
          <a:ln w="0">
            <a:noFill/>
          </a:ln>
        </p:spPr>
        <p:style>
          <a:lnRef idx="0"/>
          <a:fillRef idx="0"/>
          <a:effectRef idx="0"/>
          <a:fontRef idx="minor"/>
        </p:style>
        <p:txBody>
          <a:bodyPr lIns="0" rIns="0" tIns="0" bIns="0" anchor="t">
            <a:noAutofit/>
          </a:bodyPr>
          <a:p>
            <a:pPr>
              <a:lnSpc>
                <a:spcPts val="2251"/>
              </a:lnSpc>
              <a:tabLst>
                <a:tab algn="l" pos="0"/>
              </a:tabLst>
            </a:pPr>
            <a:r>
              <a:rPr b="0" lang="en-US" sz="1450" spc="-1" strike="noStrike">
                <a:solidFill>
                  <a:srgbClr val="ffffff"/>
                </a:solidFill>
                <a:latin typeface="PT Sans"/>
                <a:ea typeface="PT Sans"/>
              </a:rPr>
              <a:t>Current implementation shows transmission from sender perspective. Future version will simulate receiver processing—stripping headers, reassembling segments, and delivering data to application layer.</a:t>
            </a:r>
            <a:endParaRPr b="0" lang="en-US" sz="1450" spc="-1" strike="noStrike">
              <a:solidFill>
                <a:srgbClr val="ffffff"/>
              </a:solidFill>
              <a:latin typeface="Arial"/>
            </a:endParaRPr>
          </a:p>
        </p:txBody>
      </p:sp>
      <p:sp>
        <p:nvSpPr>
          <p:cNvPr id="235" name="Text 16"/>
          <p:cNvSpPr/>
          <p:nvPr/>
        </p:nvSpPr>
        <p:spPr>
          <a:xfrm>
            <a:off x="7552800" y="5216040"/>
            <a:ext cx="2837160" cy="276480"/>
          </a:xfrm>
          <a:prstGeom prst="rect">
            <a:avLst/>
          </a:prstGeom>
          <a:noFill/>
          <a:ln w="0">
            <a:noFill/>
          </a:ln>
        </p:spPr>
        <p:style>
          <a:lnRef idx="0"/>
          <a:fillRef idx="0"/>
          <a:effectRef idx="0"/>
          <a:fontRef idx="minor"/>
        </p:style>
        <p:txBody>
          <a:bodyPr wrap="none" lIns="0" rIns="0" tIns="0" bIns="0" anchor="t">
            <a:noAutofit/>
          </a:bodyPr>
          <a:p>
            <a:pPr>
              <a:lnSpc>
                <a:spcPts val="2149"/>
              </a:lnSpc>
              <a:tabLst>
                <a:tab algn="l" pos="0"/>
              </a:tabLst>
            </a:pPr>
            <a:r>
              <a:rPr b="0" lang="en-US" sz="1700" spc="-1" strike="noStrike">
                <a:solidFill>
                  <a:srgbClr val="ffffff"/>
                </a:solidFill>
                <a:latin typeface="Nunito Semi Bold"/>
                <a:ea typeface="Nunito Semi Bold"/>
              </a:rPr>
              <a:t>Error Injection and Recovery</a:t>
            </a:r>
            <a:endParaRPr b="0" lang="en-US" sz="1700" spc="-1" strike="noStrike">
              <a:solidFill>
                <a:srgbClr val="ffffff"/>
              </a:solidFill>
              <a:latin typeface="Arial"/>
            </a:endParaRPr>
          </a:p>
        </p:txBody>
      </p:sp>
      <p:sp>
        <p:nvSpPr>
          <p:cNvPr id="236" name="Text 17"/>
          <p:cNvSpPr/>
          <p:nvPr/>
        </p:nvSpPr>
        <p:spPr>
          <a:xfrm>
            <a:off x="7552800" y="5662440"/>
            <a:ext cx="6246720" cy="858600"/>
          </a:xfrm>
          <a:prstGeom prst="rect">
            <a:avLst/>
          </a:prstGeom>
          <a:noFill/>
          <a:ln w="0">
            <a:noFill/>
          </a:ln>
        </p:spPr>
        <p:style>
          <a:lnRef idx="0"/>
          <a:fillRef idx="0"/>
          <a:effectRef idx="0"/>
          <a:fontRef idx="minor"/>
        </p:style>
        <p:txBody>
          <a:bodyPr lIns="0" rIns="0" tIns="0" bIns="0" anchor="t">
            <a:noAutofit/>
          </a:bodyPr>
          <a:p>
            <a:pPr>
              <a:lnSpc>
                <a:spcPts val="2251"/>
              </a:lnSpc>
              <a:tabLst>
                <a:tab algn="l" pos="0"/>
              </a:tabLst>
            </a:pPr>
            <a:r>
              <a:rPr b="0" lang="en-US" sz="1450" spc="-1" strike="noStrike">
                <a:solidFill>
                  <a:srgbClr val="ffffff"/>
                </a:solidFill>
                <a:latin typeface="PT Sans"/>
                <a:ea typeface="PT Sans"/>
              </a:rPr>
              <a:t>Add simulated packet loss, corruption, and retransmission to demonstrate TCP reliability mechanisms. Students can configure error rates and observe acknowledgment patterns and timeout behaviors.</a:t>
            </a:r>
            <a:endParaRPr b="0" lang="en-US" sz="1450" spc="-1" strike="noStrike">
              <a:solidFill>
                <a:srgbClr val="ffffff"/>
              </a:solidFill>
              <a:latin typeface="Arial"/>
            </a:endParaRPr>
          </a:p>
        </p:txBody>
      </p:sp>
      <p:sp>
        <p:nvSpPr>
          <p:cNvPr id="237" name="Text 18"/>
          <p:cNvSpPr/>
          <p:nvPr/>
        </p:nvSpPr>
        <p:spPr>
          <a:xfrm>
            <a:off x="837720" y="6865560"/>
            <a:ext cx="12954240" cy="572040"/>
          </a:xfrm>
          <a:prstGeom prst="rect">
            <a:avLst/>
          </a:prstGeom>
          <a:noFill/>
          <a:ln w="0">
            <a:noFill/>
          </a:ln>
        </p:spPr>
        <p:style>
          <a:lnRef idx="0"/>
          <a:fillRef idx="0"/>
          <a:effectRef idx="0"/>
          <a:fontRef idx="minor"/>
        </p:style>
        <p:txBody>
          <a:bodyPr lIns="0" rIns="0" tIns="0" bIns="0" anchor="t">
            <a:noAutofit/>
          </a:bodyPr>
          <a:p>
            <a:pPr>
              <a:lnSpc>
                <a:spcPts val="2251"/>
              </a:lnSpc>
              <a:tabLst>
                <a:tab algn="l" pos="0"/>
              </a:tabLst>
            </a:pPr>
            <a:r>
              <a:rPr b="1" lang="en-US" sz="1450" spc="-1" strike="noStrike">
                <a:solidFill>
                  <a:srgbClr val="f2b42d"/>
                </a:solidFill>
                <a:latin typeface="PT Sans"/>
                <a:ea typeface="PT Sans"/>
              </a:rPr>
              <a:t>Educational Impact:</a:t>
            </a:r>
            <a:r>
              <a:rPr b="0" lang="en-US" sz="1450" spc="-1" strike="noStrike">
                <a:solidFill>
                  <a:srgbClr val="ffffff"/>
                </a:solidFill>
                <a:latin typeface="PT Sans"/>
                <a:ea typeface="PT Sans"/>
              </a:rPr>
              <a:t> This emulator provides networking students with hands-on experience of OSI encapsulation that would otherwise require packet capture tools, network analyzers, and hardware—making advanced concepts accessible through standard web browsers.</a:t>
            </a:r>
            <a:endParaRPr b="0" lang="en-US" sz="145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4</TotalTime>
  <Application>LibreOffice/24.2.7.2$Linux_X86_64 LibreOffice_project/420$Build-2</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2026-02-04T17:50:54Z</dcterms:created>
  <dc:creator/>
  <dc:description/>
  <dc:language>en-US</dc:language>
  <cp:lastModifiedBy/>
  <dcterms:modified xsi:type="dcterms:W3CDTF">2026-02-05T09:13:00Z</dcterms:modified>
  <cp:revision>3</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10</vt:i4>
  </property>
  <property fmtid="{D5CDD505-2E9C-101B-9397-08002B2CF9AE}" pid="3" name="PresentationFormat">
    <vt:lpwstr>On-screen Show (16:9)</vt:lpwstr>
  </property>
  <property fmtid="{D5CDD505-2E9C-101B-9397-08002B2CF9AE}" pid="4" name="Slides">
    <vt:i4>10</vt:i4>
  </property>
</Properties>
</file>